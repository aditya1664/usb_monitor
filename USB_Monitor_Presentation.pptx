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9"/>
    </p:embeddedFont>
    <p:embeddedFont>
      <p:font typeface="Arial" charset="1" panose="020B0604020202020204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3"/>
    </p:embeddedFont>
    <p:embeddedFont>
      <p:font typeface="Calibri (MS) Italics" charset="1" panose="020F05020202040A0204"/>
      <p:regular r:id="rId24"/>
    </p:embeddedFont>
    <p:embeddedFont>
      <p:font typeface="Courier New Bold" charset="1" panose="020706090202050204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4048763"/>
            <a:chOff x="0" y="0"/>
            <a:chExt cx="24417871" cy="5398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5398389"/>
            </a:xfrm>
            <a:custGeom>
              <a:avLst/>
              <a:gdLst/>
              <a:ahLst/>
              <a:cxnLst/>
              <a:rect r="r" b="b" t="t" l="l"/>
              <a:pathLst>
                <a:path h="53983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5398389"/>
                  </a:lnTo>
                  <a:lnTo>
                    <a:pt x="0" y="5398389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4010663"/>
            <a:ext cx="18313403" cy="171707"/>
            <a:chOff x="0" y="0"/>
            <a:chExt cx="24417871" cy="228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251943" y="-927097"/>
            <a:ext cx="5877563" cy="5877563"/>
            <a:chOff x="0" y="0"/>
            <a:chExt cx="7836751" cy="78367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36789" cy="7836789"/>
            </a:xfrm>
            <a:custGeom>
              <a:avLst/>
              <a:gdLst/>
              <a:ahLst/>
              <a:cxnLst/>
              <a:rect r="r" b="b" t="t" l="l"/>
              <a:pathLst>
                <a:path h="7836789" w="7836789">
                  <a:moveTo>
                    <a:pt x="0" y="3918331"/>
                  </a:moveTo>
                  <a:cubicBezTo>
                    <a:pt x="0" y="1754378"/>
                    <a:pt x="1754378" y="0"/>
                    <a:pt x="3918331" y="0"/>
                  </a:cubicBezTo>
                  <a:cubicBezTo>
                    <a:pt x="6082284" y="0"/>
                    <a:pt x="7836789" y="1754378"/>
                    <a:pt x="7836789" y="3918331"/>
                  </a:cubicBezTo>
                  <a:cubicBezTo>
                    <a:pt x="7836789" y="6082284"/>
                    <a:pt x="6082411" y="7836789"/>
                    <a:pt x="3918331" y="7836789"/>
                  </a:cubicBezTo>
                  <a:cubicBezTo>
                    <a:pt x="1754251" y="7836789"/>
                    <a:pt x="0" y="6082411"/>
                    <a:pt x="0" y="3918331"/>
                  </a:cubicBezTo>
                  <a:close/>
                </a:path>
              </a:pathLst>
            </a:custGeom>
            <a:solidFill>
              <a:srgbClr val="2563EB">
                <a:alpha val="3922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532103" y="170183"/>
            <a:ext cx="3683003" cy="3683003"/>
            <a:chOff x="0" y="0"/>
            <a:chExt cx="4910671" cy="4910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0709" cy="4910709"/>
            </a:xfrm>
            <a:custGeom>
              <a:avLst/>
              <a:gdLst/>
              <a:ahLst/>
              <a:cxnLst/>
              <a:rect r="r" b="b" t="t" l="l"/>
              <a:pathLst>
                <a:path h="4910709" w="4910709">
                  <a:moveTo>
                    <a:pt x="0" y="2455291"/>
                  </a:moveTo>
                  <a:cubicBezTo>
                    <a:pt x="0" y="1099312"/>
                    <a:pt x="1099312" y="0"/>
                    <a:pt x="2455291" y="0"/>
                  </a:cubicBezTo>
                  <a:cubicBezTo>
                    <a:pt x="3811270" y="0"/>
                    <a:pt x="4910709" y="1099312"/>
                    <a:pt x="4910709" y="2455291"/>
                  </a:cubicBezTo>
                  <a:cubicBezTo>
                    <a:pt x="4910709" y="3811270"/>
                    <a:pt x="3811397" y="4910709"/>
                    <a:pt x="2455291" y="4910709"/>
                  </a:cubicBezTo>
                  <a:cubicBezTo>
                    <a:pt x="1099185" y="4910709"/>
                    <a:pt x="0" y="3811397"/>
                    <a:pt x="0" y="2455291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548640"/>
            <a:ext cx="14996160" cy="1389888"/>
            <a:chOff x="0" y="0"/>
            <a:chExt cx="19994880" cy="1853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9488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99488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USB Device Control &amp;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1828800"/>
            <a:ext cx="14996160" cy="1389888"/>
            <a:chOff x="0" y="0"/>
            <a:chExt cx="19994880" cy="1853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9488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99488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>
                  <a:solidFill>
                    <a:srgbClr val="DBEAFE"/>
                  </a:solidFill>
                  <a:latin typeface="Arial"/>
                  <a:ea typeface="Arial"/>
                  <a:cs typeface="Arial"/>
                  <a:sym typeface="Arial"/>
                </a:rPr>
                <a:t>Monitoring Framework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6870" y="5558790"/>
            <a:ext cx="4792980" cy="842772"/>
            <a:chOff x="0" y="0"/>
            <a:chExt cx="6390640" cy="11236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90640" cy="1123696"/>
            </a:xfrm>
            <a:custGeom>
              <a:avLst/>
              <a:gdLst/>
              <a:ahLst/>
              <a:cxnLst/>
              <a:rect r="r" b="b" t="t" l="l"/>
              <a:pathLst>
                <a:path h="1123696" w="6390640">
                  <a:moveTo>
                    <a:pt x="0" y="0"/>
                  </a:moveTo>
                  <a:lnTo>
                    <a:pt x="6390640" y="0"/>
                  </a:lnTo>
                  <a:lnTo>
                    <a:pt x="639064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DBEAFE"/>
            </a:solidFill>
            <a:ln w="381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45920" y="5577840"/>
            <a:ext cx="4754880" cy="804672"/>
            <a:chOff x="0" y="0"/>
            <a:chExt cx="6339840" cy="10728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39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3398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USB Monitoring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30390" y="5558790"/>
            <a:ext cx="4792980" cy="842772"/>
            <a:chOff x="0" y="0"/>
            <a:chExt cx="6390640" cy="11236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90640" cy="1123696"/>
            </a:xfrm>
            <a:custGeom>
              <a:avLst/>
              <a:gdLst/>
              <a:ahLst/>
              <a:cxnLst/>
              <a:rect r="r" b="b" t="t" l="l"/>
              <a:pathLst>
                <a:path h="1123696" w="6390640">
                  <a:moveTo>
                    <a:pt x="0" y="0"/>
                  </a:moveTo>
                  <a:lnTo>
                    <a:pt x="6390640" y="0"/>
                  </a:lnTo>
                  <a:lnTo>
                    <a:pt x="639064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DBEAFE"/>
            </a:solidFill>
            <a:ln w="381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949440" y="5577840"/>
            <a:ext cx="4754880" cy="804672"/>
            <a:chOff x="0" y="0"/>
            <a:chExt cx="6339840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398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Whitelist System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33910" y="5558790"/>
            <a:ext cx="4792980" cy="842772"/>
            <a:chOff x="0" y="0"/>
            <a:chExt cx="6390640" cy="11236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90640" cy="1123696"/>
            </a:xfrm>
            <a:custGeom>
              <a:avLst/>
              <a:gdLst/>
              <a:ahLst/>
              <a:cxnLst/>
              <a:rect r="r" b="b" t="t" l="l"/>
              <a:pathLst>
                <a:path h="1123696" w="6390640">
                  <a:moveTo>
                    <a:pt x="0" y="0"/>
                  </a:moveTo>
                  <a:lnTo>
                    <a:pt x="6390640" y="0"/>
                  </a:lnTo>
                  <a:lnTo>
                    <a:pt x="6390640" y="1123696"/>
                  </a:lnTo>
                  <a:lnTo>
                    <a:pt x="0" y="1123696"/>
                  </a:lnTo>
                  <a:close/>
                </a:path>
              </a:pathLst>
            </a:custGeom>
            <a:solidFill>
              <a:srgbClr val="DBEAFE"/>
            </a:solidFill>
            <a:ln w="381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252960" y="5577840"/>
            <a:ext cx="4754880" cy="804672"/>
            <a:chOff x="0" y="0"/>
            <a:chExt cx="6339840" cy="1072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39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3398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 Team Project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-6353" y="9503407"/>
            <a:ext cx="18300697" cy="780793"/>
            <a:chOff x="0" y="0"/>
            <a:chExt cx="24400929" cy="10410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400890" cy="1041019"/>
            </a:xfrm>
            <a:custGeom>
              <a:avLst/>
              <a:gdLst/>
              <a:ahLst/>
              <a:cxnLst/>
              <a:rect r="r" b="b" t="t" l="l"/>
              <a:pathLst>
                <a:path h="1041019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041019"/>
                  </a:lnTo>
                  <a:lnTo>
                    <a:pt x="0" y="1041019"/>
                  </a:lnTo>
                  <a:close/>
                </a:path>
              </a:pathLst>
            </a:custGeom>
            <a:solidFill>
              <a:srgbClr val="EFF6FF"/>
            </a:solidFill>
            <a:ln w="12700" cap="sq">
              <a:solidFill>
                <a:srgbClr val="DBEAFE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6400800" y="7115937"/>
            <a:ext cx="523349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b="true">
                <a:solidFill>
                  <a:srgbClr val="1A3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ADITYA VINOD DOSHI</a:t>
            </a:r>
          </a:p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1A3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CYBERSECURITY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433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Are USB Drives Dangerous?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USB SECURITY THREAT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7033243" cy="80267"/>
            <a:chOff x="0" y="0"/>
            <a:chExt cx="22710991" cy="10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11029" cy="107061"/>
            </a:xfrm>
            <a:custGeom>
              <a:avLst/>
              <a:gdLst/>
              <a:ahLst/>
              <a:cxnLst/>
              <a:rect r="r" b="b" t="t" l="l"/>
              <a:pathLst>
                <a:path h="1070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9917" y="3866893"/>
            <a:ext cx="17028157" cy="1410205"/>
            <a:chOff x="0" y="0"/>
            <a:chExt cx="22704209" cy="18802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04171" cy="1880235"/>
            </a:xfrm>
            <a:custGeom>
              <a:avLst/>
              <a:gdLst/>
              <a:ahLst/>
              <a:cxnLst/>
              <a:rect r="r" b="b" t="t" l="l"/>
              <a:pathLst>
                <a:path h="1880235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880235"/>
                  </a:lnTo>
                  <a:lnTo>
                    <a:pt x="0" y="1880235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5840" y="4023360"/>
            <a:ext cx="16459200" cy="585216"/>
            <a:chOff x="0" y="0"/>
            <a:chExt cx="21945600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USB drives are one of the most common ways hackers attack computers.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5840" y="4645152"/>
            <a:ext cx="16459200" cy="512064"/>
            <a:chOff x="0" y="0"/>
            <a:chExt cx="21945600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They can spread viruses, steal files, and take over your PC within seconds of being plugged in.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7383" y="5473703"/>
            <a:ext cx="8437883" cy="1963931"/>
            <a:chOff x="0" y="0"/>
            <a:chExt cx="11250511" cy="26185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50549" cy="2618613"/>
            </a:xfrm>
            <a:custGeom>
              <a:avLst/>
              <a:gdLst/>
              <a:ahLst/>
              <a:cxnLst/>
              <a:rect r="r" b="b" t="t" l="l"/>
              <a:pathLst>
                <a:path h="2618613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618613"/>
                  </a:lnTo>
                  <a:lnTo>
                    <a:pt x="0" y="261861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27383" y="5473703"/>
            <a:ext cx="8437883" cy="116843"/>
            <a:chOff x="0" y="0"/>
            <a:chExt cx="11250511" cy="155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50549" cy="155829"/>
            </a:xfrm>
            <a:custGeom>
              <a:avLst/>
              <a:gdLst/>
              <a:ahLst/>
              <a:cxnLst/>
              <a:rect r="r" b="b" t="t" l="l"/>
              <a:pathLst>
                <a:path h="155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96112" y="5669280"/>
            <a:ext cx="7936992" cy="512064"/>
            <a:chOff x="0" y="0"/>
            <a:chExt cx="10582656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82656" cy="682752"/>
            </a:xfrm>
            <a:custGeom>
              <a:avLst/>
              <a:gdLst/>
              <a:ahLst/>
              <a:cxnLst/>
              <a:rect r="r" b="b" t="t" l="l"/>
              <a:pathLst>
                <a:path h="68275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58265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Malware Spread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6112" y="6291072"/>
            <a:ext cx="7936992" cy="932688"/>
            <a:chOff x="0" y="0"/>
            <a:chExt cx="10582656" cy="12435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82656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813" r="0" b="-11581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582656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Infected USB copies viruses to every computer it is plugged into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97063" y="5473703"/>
            <a:ext cx="8437883" cy="1963931"/>
            <a:chOff x="0" y="0"/>
            <a:chExt cx="11250511" cy="26185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250549" cy="2618613"/>
            </a:xfrm>
            <a:custGeom>
              <a:avLst/>
              <a:gdLst/>
              <a:ahLst/>
              <a:cxnLst/>
              <a:rect r="r" b="b" t="t" l="l"/>
              <a:pathLst>
                <a:path h="2618613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618613"/>
                  </a:lnTo>
                  <a:lnTo>
                    <a:pt x="0" y="261861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497063" y="5473703"/>
            <a:ext cx="8437883" cy="116843"/>
            <a:chOff x="0" y="0"/>
            <a:chExt cx="11250511" cy="1557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50549" cy="155829"/>
            </a:xfrm>
            <a:custGeom>
              <a:avLst/>
              <a:gdLst/>
              <a:ahLst/>
              <a:cxnLst/>
              <a:rect r="r" b="b" t="t" l="l"/>
              <a:pathLst>
                <a:path h="155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765792" y="5669280"/>
            <a:ext cx="7936992" cy="512064"/>
            <a:chOff x="0" y="0"/>
            <a:chExt cx="10582656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82656" cy="682752"/>
            </a:xfrm>
            <a:custGeom>
              <a:avLst/>
              <a:gdLst/>
              <a:ahLst/>
              <a:cxnLst/>
              <a:rect r="r" b="b" t="t" l="l"/>
              <a:pathLst>
                <a:path h="68275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58265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Theft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65792" y="6291072"/>
            <a:ext cx="7936992" cy="932688"/>
            <a:chOff x="0" y="0"/>
            <a:chExt cx="10582656" cy="12435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82656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813" r="0" b="-1158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582656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Attacker silently copies private files to USB and walks away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27383" y="7668263"/>
            <a:ext cx="8437883" cy="1963931"/>
            <a:chOff x="0" y="0"/>
            <a:chExt cx="11250511" cy="26185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50549" cy="2618613"/>
            </a:xfrm>
            <a:custGeom>
              <a:avLst/>
              <a:gdLst/>
              <a:ahLst/>
              <a:cxnLst/>
              <a:rect r="r" b="b" t="t" l="l"/>
              <a:pathLst>
                <a:path h="2618613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618613"/>
                  </a:lnTo>
                  <a:lnTo>
                    <a:pt x="0" y="261861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27383" y="7668263"/>
            <a:ext cx="8437883" cy="116843"/>
            <a:chOff x="0" y="0"/>
            <a:chExt cx="11250511" cy="1557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50549" cy="155829"/>
            </a:xfrm>
            <a:custGeom>
              <a:avLst/>
              <a:gdLst/>
              <a:ahLst/>
              <a:cxnLst/>
              <a:rect r="r" b="b" t="t" l="l"/>
              <a:pathLst>
                <a:path h="155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96112" y="7863840"/>
            <a:ext cx="7936992" cy="512064"/>
            <a:chOff x="0" y="0"/>
            <a:chExt cx="10582656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582656" cy="682752"/>
            </a:xfrm>
            <a:custGeom>
              <a:avLst/>
              <a:gdLst/>
              <a:ahLst/>
              <a:cxnLst/>
              <a:rect r="r" b="b" t="t" l="l"/>
              <a:pathLst>
                <a:path h="68275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58265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BadUSB Attack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96112" y="8485632"/>
            <a:ext cx="7936992" cy="932688"/>
            <a:chOff x="0" y="0"/>
            <a:chExt cx="10582656" cy="12435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82656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813" r="0" b="-11581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582656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Modified USB pretends to be a keyboard — types malicious commands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97063" y="7668263"/>
            <a:ext cx="8437883" cy="1963931"/>
            <a:chOff x="0" y="0"/>
            <a:chExt cx="11250511" cy="26185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50549" cy="2618613"/>
            </a:xfrm>
            <a:custGeom>
              <a:avLst/>
              <a:gdLst/>
              <a:ahLst/>
              <a:cxnLst/>
              <a:rect r="r" b="b" t="t" l="l"/>
              <a:pathLst>
                <a:path h="2618613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618613"/>
                  </a:lnTo>
                  <a:lnTo>
                    <a:pt x="0" y="261861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497063" y="7668263"/>
            <a:ext cx="8437883" cy="116843"/>
            <a:chOff x="0" y="0"/>
            <a:chExt cx="11250511" cy="155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50549" cy="155829"/>
            </a:xfrm>
            <a:custGeom>
              <a:avLst/>
              <a:gdLst/>
              <a:ahLst/>
              <a:cxnLst/>
              <a:rect r="r" b="b" t="t" l="l"/>
              <a:pathLst>
                <a:path h="155829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765792" y="7863840"/>
            <a:ext cx="7936992" cy="512064"/>
            <a:chOff x="0" y="0"/>
            <a:chExt cx="10582656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582656" cy="682752"/>
            </a:xfrm>
            <a:custGeom>
              <a:avLst/>
              <a:gdLst/>
              <a:ahLst/>
              <a:cxnLst/>
              <a:rect r="r" b="b" t="t" l="l"/>
              <a:pathLst>
                <a:path h="682752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58265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Stuxnet 2010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765792" y="8485632"/>
            <a:ext cx="7936992" cy="932688"/>
            <a:chOff x="0" y="0"/>
            <a:chExt cx="10582656" cy="12435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582656" cy="1243584"/>
            </a:xfrm>
            <a:custGeom>
              <a:avLst/>
              <a:gdLst/>
              <a:ahLst/>
              <a:cxnLst/>
              <a:rect r="r" b="b" t="t" l="l"/>
              <a:pathLst>
                <a:path h="1243584" w="10582656">
                  <a:moveTo>
                    <a:pt x="0" y="0"/>
                  </a:moveTo>
                  <a:lnTo>
                    <a:pt x="10582656" y="0"/>
                  </a:lnTo>
                  <a:lnTo>
                    <a:pt x="10582656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813" r="0" b="-11581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582656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 USB worm that destroyed nuclear equipment in Iran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27383" y="9497063"/>
            <a:ext cx="17033243" cy="574043"/>
            <a:chOff x="0" y="0"/>
            <a:chExt cx="22710991" cy="7653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711029" cy="765429"/>
            </a:xfrm>
            <a:custGeom>
              <a:avLst/>
              <a:gdLst/>
              <a:ahLst/>
              <a:cxnLst/>
              <a:rect r="r" b="b" t="t" l="l"/>
              <a:pathLst>
                <a:path h="765429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765429"/>
                  </a:lnTo>
                  <a:lnTo>
                    <a:pt x="0" y="765429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05840" y="9582912"/>
            <a:ext cx="16459200" cy="438912"/>
            <a:chOff x="0" y="0"/>
            <a:chExt cx="21945600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1945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Our tool detects every USB connection and immediately flags unknown devices.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4332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Does Our Tool Do?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GOALS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7033243" cy="80267"/>
            <a:chOff x="0" y="0"/>
            <a:chExt cx="22710991" cy="10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11029" cy="107061"/>
            </a:xfrm>
            <a:custGeom>
              <a:avLst/>
              <a:gdLst/>
              <a:ahLst/>
              <a:cxnLst/>
              <a:rect r="r" b="b" t="t" l="l"/>
              <a:pathLst>
                <a:path h="1070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3877056"/>
            <a:ext cx="17007840" cy="512064"/>
            <a:chOff x="0" y="0"/>
            <a:chExt cx="2267712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clear goals — all written in Python with zero extra installations: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9917" y="4488685"/>
            <a:ext cx="17028157" cy="971293"/>
            <a:chOff x="0" y="0"/>
            <a:chExt cx="22704209" cy="12950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27383" y="4486151"/>
            <a:ext cx="976379" cy="976379"/>
            <a:chOff x="0" y="0"/>
            <a:chExt cx="1301839" cy="13018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877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4498848"/>
            <a:ext cx="950976" cy="950976"/>
            <a:chOff x="0" y="0"/>
            <a:chExt cx="1267968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267968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55648" y="4572000"/>
            <a:ext cx="15636240" cy="438912"/>
            <a:chOff x="0" y="0"/>
            <a:chExt cx="2084832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4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154" r="0" b="-6441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848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USB Plug / Remove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55648" y="5047488"/>
            <a:ext cx="15636240" cy="329184"/>
            <a:chOff x="0" y="0"/>
            <a:chExt cx="20848320" cy="43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848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8483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Catches every USB connection and disconnection within 5 seconds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9917" y="5585965"/>
            <a:ext cx="17028157" cy="971293"/>
            <a:chOff x="0" y="0"/>
            <a:chExt cx="22704209" cy="12950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27383" y="5583431"/>
            <a:ext cx="976379" cy="976379"/>
            <a:chOff x="0" y="0"/>
            <a:chExt cx="1301839" cy="13018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01877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40080" y="5596128"/>
            <a:ext cx="950976" cy="950976"/>
            <a:chOff x="0" y="0"/>
            <a:chExt cx="1267968" cy="12679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267968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55648" y="5669280"/>
            <a:ext cx="15636240" cy="438912"/>
            <a:chOff x="0" y="0"/>
            <a:chExt cx="2084832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84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154" r="0" b="-6441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0848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the Whitelist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55648" y="6144768"/>
            <a:ext cx="15636240" cy="329184"/>
            <a:chOff x="0" y="0"/>
            <a:chExt cx="20848320" cy="4389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848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08483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Checks USB serial number against trusted devices list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29917" y="6683245"/>
            <a:ext cx="17028157" cy="971293"/>
            <a:chOff x="0" y="0"/>
            <a:chExt cx="22704209" cy="12950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27383" y="6680711"/>
            <a:ext cx="976379" cy="976379"/>
            <a:chOff x="0" y="0"/>
            <a:chExt cx="1301839" cy="130183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01877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40080" y="6693408"/>
            <a:ext cx="950976" cy="950976"/>
            <a:chOff x="0" y="0"/>
            <a:chExt cx="1267968" cy="12679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267968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55648" y="6766560"/>
            <a:ext cx="15636240" cy="438912"/>
            <a:chOff x="0" y="0"/>
            <a:chExt cx="2084832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84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154" r="0" b="-6441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0848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 a Baseline Snapshot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55648" y="7242048"/>
            <a:ext cx="15636240" cy="329184"/>
            <a:chOff x="0" y="0"/>
            <a:chExt cx="20848320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848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08483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Records clean starting state of all connected drives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29917" y="7780525"/>
            <a:ext cx="17028157" cy="971293"/>
            <a:chOff x="0" y="0"/>
            <a:chExt cx="22704209" cy="129505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27383" y="7777991"/>
            <a:ext cx="976379" cy="976379"/>
            <a:chOff x="0" y="0"/>
            <a:chExt cx="1301839" cy="13018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01877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640080" y="7790688"/>
            <a:ext cx="950976" cy="950976"/>
            <a:chOff x="0" y="0"/>
            <a:chExt cx="1267968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1267968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55648" y="7863840"/>
            <a:ext cx="15636240" cy="438912"/>
            <a:chOff x="0" y="0"/>
            <a:chExt cx="2084832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84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154" r="0" b="-64415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0848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Every Event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55648" y="8339328"/>
            <a:ext cx="15636240" cy="329184"/>
            <a:chOff x="0" y="0"/>
            <a:chExt cx="20848320" cy="4389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848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08483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Saves every event with the exact date and time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29917" y="8877805"/>
            <a:ext cx="17028157" cy="971293"/>
            <a:chOff x="0" y="0"/>
            <a:chExt cx="22704209" cy="129505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27383" y="8875271"/>
            <a:ext cx="976379" cy="976379"/>
            <a:chOff x="0" y="0"/>
            <a:chExt cx="1301839" cy="130183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01877" cy="1301877"/>
            </a:xfrm>
            <a:custGeom>
              <a:avLst/>
              <a:gdLst/>
              <a:ahLst/>
              <a:cxnLst/>
              <a:rect r="r" b="b" t="t" l="l"/>
              <a:pathLst>
                <a:path h="1301877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640080" y="8887968"/>
            <a:ext cx="950976" cy="950976"/>
            <a:chOff x="0" y="0"/>
            <a:chExt cx="1267968" cy="12679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1267968" cy="13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755648" y="8961120"/>
            <a:ext cx="15636240" cy="438912"/>
            <a:chOff x="0" y="0"/>
            <a:chExt cx="20848320" cy="5852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848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154" r="0" b="-64415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20848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CSV Report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755648" y="9436608"/>
            <a:ext cx="15636240" cy="329184"/>
            <a:chOff x="0" y="0"/>
            <a:chExt cx="20848320" cy="4389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848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539" r="0" b="-87553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08483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Exports all events to a spreadsheet file for Excel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4332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by Step — How the Tool 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7033243" cy="80267"/>
            <a:chOff x="0" y="0"/>
            <a:chExt cx="22710991" cy="10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11029" cy="107061"/>
            </a:xfrm>
            <a:custGeom>
              <a:avLst/>
              <a:gdLst/>
              <a:ahLst/>
              <a:cxnLst/>
              <a:rect r="r" b="b" t="t" l="l"/>
              <a:pathLst>
                <a:path h="1070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9917" y="3866893"/>
            <a:ext cx="8432797" cy="1702813"/>
            <a:chOff x="0" y="0"/>
            <a:chExt cx="11243729" cy="22704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3691" cy="2270379"/>
            </a:xfrm>
            <a:custGeom>
              <a:avLst/>
              <a:gdLst/>
              <a:ahLst/>
              <a:cxnLst/>
              <a:rect r="r" b="b" t="t" l="l"/>
              <a:pathLst>
                <a:path h="2270379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29917" y="3866893"/>
            <a:ext cx="1849117" cy="1702813"/>
            <a:chOff x="0" y="0"/>
            <a:chExt cx="2465489" cy="22704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65451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65451">
                  <a:moveTo>
                    <a:pt x="0" y="0"/>
                  </a:moveTo>
                  <a:lnTo>
                    <a:pt x="2465451" y="0"/>
                  </a:lnTo>
                  <a:lnTo>
                    <a:pt x="246545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3877056"/>
            <a:ext cx="1828800" cy="1682496"/>
            <a:chOff x="0" y="0"/>
            <a:chExt cx="2438400" cy="22433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039" t="0" r="-6803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438400" cy="2271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15184" y="3986784"/>
            <a:ext cx="6254496" cy="475488"/>
            <a:chOff x="0" y="0"/>
            <a:chExt cx="8339328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39328" cy="633984"/>
            </a:xfrm>
            <a:custGeom>
              <a:avLst/>
              <a:gdLst/>
              <a:ahLst/>
              <a:cxnLst/>
              <a:rect r="r" b="b" t="t" l="l"/>
              <a:pathLst>
                <a:path h="633984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03" r="0" b="-2063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339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as Administrator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615184" y="4535424"/>
            <a:ext cx="6254496" cy="914400"/>
            <a:chOff x="0" y="0"/>
            <a:chExt cx="8339328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393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77" r="0" b="-8327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3393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 CMD as Admin → type: python usb_monitor.py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99597" y="3866893"/>
            <a:ext cx="8432797" cy="1702813"/>
            <a:chOff x="0" y="0"/>
            <a:chExt cx="11243729" cy="22704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43691" cy="2270379"/>
            </a:xfrm>
            <a:custGeom>
              <a:avLst/>
              <a:gdLst/>
              <a:ahLst/>
              <a:cxnLst/>
              <a:rect r="r" b="b" t="t" l="l"/>
              <a:pathLst>
                <a:path h="2270379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99597" y="3866893"/>
            <a:ext cx="1849117" cy="1702813"/>
            <a:chOff x="0" y="0"/>
            <a:chExt cx="2465489" cy="22704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65451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65451">
                  <a:moveTo>
                    <a:pt x="0" y="0"/>
                  </a:moveTo>
                  <a:lnTo>
                    <a:pt x="2465451" y="0"/>
                  </a:lnTo>
                  <a:lnTo>
                    <a:pt x="246545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09760" y="3877056"/>
            <a:ext cx="1828800" cy="1682496"/>
            <a:chOff x="0" y="0"/>
            <a:chExt cx="2438400" cy="22433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039" t="0" r="-6803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438400" cy="2271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484864" y="3986784"/>
            <a:ext cx="6254496" cy="475488"/>
            <a:chOff x="0" y="0"/>
            <a:chExt cx="8339328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39328" cy="633984"/>
            </a:xfrm>
            <a:custGeom>
              <a:avLst/>
              <a:gdLst/>
              <a:ahLst/>
              <a:cxnLst/>
              <a:rect r="r" b="b" t="t" l="l"/>
              <a:pathLst>
                <a:path h="633984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03" r="0" b="-20630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339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Whitelist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484864" y="4535424"/>
            <a:ext cx="6254496" cy="914400"/>
            <a:chOff x="0" y="0"/>
            <a:chExt cx="8339328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393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77" r="0" b="-8327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3393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Reads trusted serial numbers from JSON file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29917" y="5805421"/>
            <a:ext cx="8432797" cy="1702813"/>
            <a:chOff x="0" y="0"/>
            <a:chExt cx="11243729" cy="227041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43691" cy="2270379"/>
            </a:xfrm>
            <a:custGeom>
              <a:avLst/>
              <a:gdLst/>
              <a:ahLst/>
              <a:cxnLst/>
              <a:rect r="r" b="b" t="t" l="l"/>
              <a:pathLst>
                <a:path h="2270379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29917" y="5805421"/>
            <a:ext cx="1849117" cy="1702813"/>
            <a:chOff x="0" y="0"/>
            <a:chExt cx="2465489" cy="22704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65451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65451">
                  <a:moveTo>
                    <a:pt x="0" y="0"/>
                  </a:moveTo>
                  <a:lnTo>
                    <a:pt x="2465451" y="0"/>
                  </a:lnTo>
                  <a:lnTo>
                    <a:pt x="246545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5815584"/>
            <a:ext cx="1828800" cy="1682496"/>
            <a:chOff x="0" y="0"/>
            <a:chExt cx="2438400" cy="22433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039" t="0" r="-6803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438400" cy="2271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615184" y="5925312"/>
            <a:ext cx="6254496" cy="475488"/>
            <a:chOff x="0" y="0"/>
            <a:chExt cx="8339328" cy="6339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339328" cy="633984"/>
            </a:xfrm>
            <a:custGeom>
              <a:avLst/>
              <a:gdLst/>
              <a:ahLst/>
              <a:cxnLst/>
              <a:rect r="r" b="b" t="t" l="l"/>
              <a:pathLst>
                <a:path h="633984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03" r="0" b="-20630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339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 Baseline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615184" y="6473952"/>
            <a:ext cx="6254496" cy="914400"/>
            <a:chOff x="0" y="0"/>
            <a:chExt cx="8339328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3393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77" r="0" b="-8327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3393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Saves a snapshot of currently connected drives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99597" y="5805421"/>
            <a:ext cx="8432797" cy="1702813"/>
            <a:chOff x="0" y="0"/>
            <a:chExt cx="11243729" cy="227041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43691" cy="2270379"/>
            </a:xfrm>
            <a:custGeom>
              <a:avLst/>
              <a:gdLst/>
              <a:ahLst/>
              <a:cxnLst/>
              <a:rect r="r" b="b" t="t" l="l"/>
              <a:pathLst>
                <a:path h="2270379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499597" y="5805421"/>
            <a:ext cx="1849117" cy="1702813"/>
            <a:chOff x="0" y="0"/>
            <a:chExt cx="2465489" cy="227041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65451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65451">
                  <a:moveTo>
                    <a:pt x="0" y="0"/>
                  </a:moveTo>
                  <a:lnTo>
                    <a:pt x="2465451" y="0"/>
                  </a:lnTo>
                  <a:lnTo>
                    <a:pt x="246545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509760" y="5815584"/>
            <a:ext cx="1828800" cy="1682496"/>
            <a:chOff x="0" y="0"/>
            <a:chExt cx="2438400" cy="22433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039" t="0" r="-6803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438400" cy="2271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84864" y="5925312"/>
            <a:ext cx="6254496" cy="475488"/>
            <a:chOff x="0" y="0"/>
            <a:chExt cx="8339328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339328" cy="633984"/>
            </a:xfrm>
            <a:custGeom>
              <a:avLst/>
              <a:gdLst/>
              <a:ahLst/>
              <a:cxnLst/>
              <a:rect r="r" b="b" t="t" l="l"/>
              <a:pathLst>
                <a:path h="633984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03" r="0" b="-20630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339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 Loop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484864" y="6473952"/>
            <a:ext cx="6254496" cy="914400"/>
            <a:chOff x="0" y="0"/>
            <a:chExt cx="8339328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3393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77" r="0" b="-8327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3393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Checks drive letters D to Z every 5 seconds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29917" y="7743949"/>
            <a:ext cx="8432797" cy="1702813"/>
            <a:chOff x="0" y="0"/>
            <a:chExt cx="11243729" cy="227041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243691" cy="2270379"/>
            </a:xfrm>
            <a:custGeom>
              <a:avLst/>
              <a:gdLst/>
              <a:ahLst/>
              <a:cxnLst/>
              <a:rect r="r" b="b" t="t" l="l"/>
              <a:pathLst>
                <a:path h="2270379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29917" y="7743949"/>
            <a:ext cx="1849117" cy="1702813"/>
            <a:chOff x="0" y="0"/>
            <a:chExt cx="2465489" cy="227041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65451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65451">
                  <a:moveTo>
                    <a:pt x="0" y="0"/>
                  </a:moveTo>
                  <a:lnTo>
                    <a:pt x="2465451" y="0"/>
                  </a:lnTo>
                  <a:lnTo>
                    <a:pt x="246545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40080" y="7754112"/>
            <a:ext cx="1828800" cy="1682496"/>
            <a:chOff x="0" y="0"/>
            <a:chExt cx="2438400" cy="22433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039" t="0" r="-680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438400" cy="2271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615184" y="7863840"/>
            <a:ext cx="6254496" cy="475488"/>
            <a:chOff x="0" y="0"/>
            <a:chExt cx="8339328" cy="6339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339328" cy="633984"/>
            </a:xfrm>
            <a:custGeom>
              <a:avLst/>
              <a:gdLst/>
              <a:ahLst/>
              <a:cxnLst/>
              <a:rect r="r" b="b" t="t" l="l"/>
              <a:pathLst>
                <a:path h="633984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03" r="0" b="-20630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8339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USB Connected?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615184" y="8412480"/>
            <a:ext cx="6254496" cy="914400"/>
            <a:chOff x="0" y="0"/>
            <a:chExt cx="8339328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3393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77" r="0" b="-8327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3393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drive found — reads its serial number via wmic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499597" y="7743949"/>
            <a:ext cx="8432797" cy="1702813"/>
            <a:chOff x="0" y="0"/>
            <a:chExt cx="11243729" cy="227041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243691" cy="2270379"/>
            </a:xfrm>
            <a:custGeom>
              <a:avLst/>
              <a:gdLst/>
              <a:ahLst/>
              <a:cxnLst/>
              <a:rect r="r" b="b" t="t" l="l"/>
              <a:pathLst>
                <a:path h="2270379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499597" y="7743949"/>
            <a:ext cx="1849117" cy="1702813"/>
            <a:chOff x="0" y="0"/>
            <a:chExt cx="2465489" cy="227041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65451" cy="2270379"/>
            </a:xfrm>
            <a:custGeom>
              <a:avLst/>
              <a:gdLst/>
              <a:ahLst/>
              <a:cxnLst/>
              <a:rect r="r" b="b" t="t" l="l"/>
              <a:pathLst>
                <a:path h="2270379" w="2465451">
                  <a:moveTo>
                    <a:pt x="0" y="0"/>
                  </a:moveTo>
                  <a:lnTo>
                    <a:pt x="2465451" y="0"/>
                  </a:lnTo>
                  <a:lnTo>
                    <a:pt x="2465451" y="2270379"/>
                  </a:lnTo>
                  <a:lnTo>
                    <a:pt x="0" y="2270379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509760" y="7754112"/>
            <a:ext cx="1828800" cy="1682496"/>
            <a:chOff x="0" y="0"/>
            <a:chExt cx="2438400" cy="22433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039" t="0" r="-68039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438400" cy="2271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6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484864" y="7863840"/>
            <a:ext cx="6254496" cy="475488"/>
            <a:chOff x="0" y="0"/>
            <a:chExt cx="8339328" cy="6339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339328" cy="633984"/>
            </a:xfrm>
            <a:custGeom>
              <a:avLst/>
              <a:gdLst/>
              <a:ahLst/>
              <a:cxnLst/>
              <a:rect r="r" b="b" t="t" l="l"/>
              <a:pathLst>
                <a:path h="633984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303" r="0" b="-20630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8339328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Whitelist Check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484864" y="8412480"/>
            <a:ext cx="6254496" cy="914400"/>
            <a:chOff x="0" y="0"/>
            <a:chExt cx="8339328" cy="1219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339328" cy="1219200"/>
            </a:xfrm>
            <a:custGeom>
              <a:avLst/>
              <a:gdLst/>
              <a:ahLst/>
              <a:cxnLst/>
              <a:rect r="r" b="b" t="t" l="l"/>
              <a:pathLst>
                <a:path h="1219200" w="8339328">
                  <a:moveTo>
                    <a:pt x="0" y="0"/>
                  </a:moveTo>
                  <a:lnTo>
                    <a:pt x="8339328" y="0"/>
                  </a:lnTo>
                  <a:lnTo>
                    <a:pt x="833932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77" r="0" b="-8327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8339328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Trusted = log OK   |   Unknown = log ALERT!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4332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the Whitelist 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WHITELIST SYSTEM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7033243" cy="80267"/>
            <a:chOff x="0" y="0"/>
            <a:chExt cx="22710991" cy="10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11029" cy="107061"/>
            </a:xfrm>
            <a:custGeom>
              <a:avLst/>
              <a:gdLst/>
              <a:ahLst/>
              <a:cxnLst/>
              <a:rect r="r" b="b" t="t" l="l"/>
              <a:pathLst>
                <a:path h="1070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9917" y="3866893"/>
            <a:ext cx="17028157" cy="1300477"/>
            <a:chOff x="0" y="0"/>
            <a:chExt cx="22704209" cy="17339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04171" cy="1733931"/>
            </a:xfrm>
            <a:custGeom>
              <a:avLst/>
              <a:gdLst/>
              <a:ahLst/>
              <a:cxnLst/>
              <a:rect r="r" b="b" t="t" l="l"/>
              <a:pathLst>
                <a:path h="1733931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733931"/>
                  </a:lnTo>
                  <a:lnTo>
                    <a:pt x="0" y="1733931"/>
                  </a:lnTo>
                  <a:close/>
                </a:path>
              </a:pathLst>
            </a:custGeom>
            <a:solidFill>
              <a:srgbClr val="DBEAFE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5840" y="4023360"/>
            <a:ext cx="16459200" cy="512064"/>
            <a:chOff x="0" y="0"/>
            <a:chExt cx="2194560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 USB drive has a unique Serial Number — like a fingerprint that cannot be changed.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5840" y="4572000"/>
            <a:ext cx="16459200" cy="475488"/>
            <a:chOff x="0" y="0"/>
            <a:chExt cx="21945600" cy="6339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1945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tool saves trusted serial numbers in a whitelist file and checks every USB against it.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9917" y="5366509"/>
            <a:ext cx="5689597" cy="1629661"/>
            <a:chOff x="0" y="0"/>
            <a:chExt cx="7586129" cy="21728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86091" cy="2172843"/>
            </a:xfrm>
            <a:custGeom>
              <a:avLst/>
              <a:gdLst/>
              <a:ahLst/>
              <a:cxnLst/>
              <a:rect r="r" b="b" t="t" l="l"/>
              <a:pathLst>
                <a:path h="2172843" w="7586091">
                  <a:moveTo>
                    <a:pt x="0" y="0"/>
                  </a:moveTo>
                  <a:lnTo>
                    <a:pt x="7586091" y="0"/>
                  </a:lnTo>
                  <a:lnTo>
                    <a:pt x="7586091" y="2172843"/>
                  </a:lnTo>
                  <a:lnTo>
                    <a:pt x="0" y="2172843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5522976"/>
            <a:ext cx="5303520" cy="475488"/>
            <a:chOff x="0" y="0"/>
            <a:chExt cx="707136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633984"/>
            </a:xfrm>
            <a:custGeom>
              <a:avLst/>
              <a:gdLst/>
              <a:ahLst/>
              <a:cxnLst/>
              <a:rect r="r" b="b" t="t" l="l"/>
              <a:pathLst>
                <a:path h="6339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33" r="0" b="-16733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0713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USB Plugged 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6035040"/>
            <a:ext cx="5303520" cy="365760"/>
            <a:chOff x="0" y="0"/>
            <a:chExt cx="707136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487680"/>
            </a:xfrm>
            <a:custGeom>
              <a:avLst/>
              <a:gdLst/>
              <a:ahLst/>
              <a:cxnLst/>
              <a:rect r="r" b="b" t="t" l="l"/>
              <a:pathLst>
                <a:path h="4876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071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Drive connected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6364224"/>
            <a:ext cx="5303520" cy="365760"/>
            <a:chOff x="0" y="0"/>
            <a:chExt cx="707136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487680"/>
            </a:xfrm>
            <a:custGeom>
              <a:avLst/>
              <a:gdLst/>
              <a:ahLst/>
              <a:cxnLst/>
              <a:rect r="r" b="b" t="t" l="l"/>
              <a:pathLst>
                <a:path h="4876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071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USB port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96663" y="6095495"/>
            <a:ext cx="263147" cy="171707"/>
            <a:chOff x="0" y="0"/>
            <a:chExt cx="350863" cy="2289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0901" cy="228981"/>
            </a:xfrm>
            <a:custGeom>
              <a:avLst/>
              <a:gdLst/>
              <a:ahLst/>
              <a:cxnLst/>
              <a:rect r="r" b="b" t="t" l="l"/>
              <a:pathLst>
                <a:path h="228981" w="350901">
                  <a:moveTo>
                    <a:pt x="0" y="0"/>
                  </a:moveTo>
                  <a:lnTo>
                    <a:pt x="350901" y="0"/>
                  </a:lnTo>
                  <a:lnTo>
                    <a:pt x="35090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573517" y="5366509"/>
            <a:ext cx="5689597" cy="1629661"/>
            <a:chOff x="0" y="0"/>
            <a:chExt cx="7586129" cy="21728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86091" cy="2172843"/>
            </a:xfrm>
            <a:custGeom>
              <a:avLst/>
              <a:gdLst/>
              <a:ahLst/>
              <a:cxnLst/>
              <a:rect r="r" b="b" t="t" l="l"/>
              <a:pathLst>
                <a:path h="2172843" w="7586091">
                  <a:moveTo>
                    <a:pt x="0" y="0"/>
                  </a:moveTo>
                  <a:lnTo>
                    <a:pt x="7586091" y="0"/>
                  </a:lnTo>
                  <a:lnTo>
                    <a:pt x="7586091" y="2172843"/>
                  </a:lnTo>
                  <a:lnTo>
                    <a:pt x="0" y="2172843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766560" y="5522976"/>
            <a:ext cx="5303520" cy="475488"/>
            <a:chOff x="0" y="0"/>
            <a:chExt cx="7071360" cy="6339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71360" cy="633984"/>
            </a:xfrm>
            <a:custGeom>
              <a:avLst/>
              <a:gdLst/>
              <a:ahLst/>
              <a:cxnLst/>
              <a:rect r="r" b="b" t="t" l="l"/>
              <a:pathLst>
                <a:path h="6339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33" r="0" b="-16733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0713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Read Serial No.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766560" y="6035040"/>
            <a:ext cx="5303520" cy="365760"/>
            <a:chOff x="0" y="0"/>
            <a:chExt cx="7071360" cy="487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487680"/>
            </a:xfrm>
            <a:custGeom>
              <a:avLst/>
              <a:gdLst/>
              <a:ahLst/>
              <a:cxnLst/>
              <a:rect r="r" b="b" t="t" l="l"/>
              <a:pathLst>
                <a:path h="4876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071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wmic reads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766560" y="6364224"/>
            <a:ext cx="5303520" cy="365760"/>
            <a:chOff x="0" y="0"/>
            <a:chExt cx="7071360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1360" cy="487680"/>
            </a:xfrm>
            <a:custGeom>
              <a:avLst/>
              <a:gdLst/>
              <a:ahLst/>
              <a:cxnLst/>
              <a:rect r="r" b="b" t="t" l="l"/>
              <a:pathLst>
                <a:path h="4876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071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ID code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40263" y="6095495"/>
            <a:ext cx="263147" cy="171707"/>
            <a:chOff x="0" y="0"/>
            <a:chExt cx="350863" cy="22894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0901" cy="228981"/>
            </a:xfrm>
            <a:custGeom>
              <a:avLst/>
              <a:gdLst/>
              <a:ahLst/>
              <a:cxnLst/>
              <a:rect r="r" b="b" t="t" l="l"/>
              <a:pathLst>
                <a:path h="228981" w="350901">
                  <a:moveTo>
                    <a:pt x="0" y="0"/>
                  </a:moveTo>
                  <a:lnTo>
                    <a:pt x="350901" y="0"/>
                  </a:lnTo>
                  <a:lnTo>
                    <a:pt x="350901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517117" y="5366509"/>
            <a:ext cx="5689597" cy="1629661"/>
            <a:chOff x="0" y="0"/>
            <a:chExt cx="7586129" cy="21728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86091" cy="2172843"/>
            </a:xfrm>
            <a:custGeom>
              <a:avLst/>
              <a:gdLst/>
              <a:ahLst/>
              <a:cxnLst/>
              <a:rect r="r" b="b" t="t" l="l"/>
              <a:pathLst>
                <a:path h="2172843" w="7586091">
                  <a:moveTo>
                    <a:pt x="0" y="0"/>
                  </a:moveTo>
                  <a:lnTo>
                    <a:pt x="7586091" y="0"/>
                  </a:lnTo>
                  <a:lnTo>
                    <a:pt x="7586091" y="2172843"/>
                  </a:lnTo>
                  <a:lnTo>
                    <a:pt x="0" y="2172843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710160" y="5522976"/>
            <a:ext cx="5303520" cy="475488"/>
            <a:chOff x="0" y="0"/>
            <a:chExt cx="7071360" cy="6339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71360" cy="633984"/>
            </a:xfrm>
            <a:custGeom>
              <a:avLst/>
              <a:gdLst/>
              <a:ahLst/>
              <a:cxnLst/>
              <a:rect r="r" b="b" t="t" l="l"/>
              <a:pathLst>
                <a:path h="6339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33" r="0" b="-16733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70713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Whitelist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710160" y="6035040"/>
            <a:ext cx="5303520" cy="365760"/>
            <a:chOff x="0" y="0"/>
            <a:chExt cx="707136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071360" cy="487680"/>
            </a:xfrm>
            <a:custGeom>
              <a:avLst/>
              <a:gdLst/>
              <a:ahLst/>
              <a:cxnLst/>
              <a:rect r="r" b="b" t="t" l="l"/>
              <a:pathLst>
                <a:path h="4876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071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Look in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710160" y="6364224"/>
            <a:ext cx="5303520" cy="365760"/>
            <a:chOff x="0" y="0"/>
            <a:chExt cx="7071360" cy="487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71360" cy="487680"/>
            </a:xfrm>
            <a:custGeom>
              <a:avLst/>
              <a:gdLst/>
              <a:ahLst/>
              <a:cxnLst/>
              <a:rect r="r" b="b" t="t" l="l"/>
              <a:pathLst>
                <a:path h="4876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071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usb_whitelist.json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24840" y="7263384"/>
            <a:ext cx="8260080" cy="2005584"/>
            <a:chOff x="0" y="0"/>
            <a:chExt cx="11013440" cy="26741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013440" cy="2674112"/>
            </a:xfrm>
            <a:custGeom>
              <a:avLst/>
              <a:gdLst/>
              <a:ahLst/>
              <a:cxnLst/>
              <a:rect r="r" b="b" t="t" l="l"/>
              <a:pathLst>
                <a:path h="2674112" w="11013440">
                  <a:moveTo>
                    <a:pt x="0" y="0"/>
                  </a:moveTo>
                  <a:lnTo>
                    <a:pt x="11013440" y="0"/>
                  </a:lnTo>
                  <a:lnTo>
                    <a:pt x="11013440" y="2674112"/>
                  </a:lnTo>
                  <a:lnTo>
                    <a:pt x="0" y="2674112"/>
                  </a:ln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627383" y="7265927"/>
            <a:ext cx="8255003" cy="116843"/>
            <a:chOff x="0" y="0"/>
            <a:chExt cx="11006671" cy="1557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06709" cy="155829"/>
            </a:xfrm>
            <a:custGeom>
              <a:avLst/>
              <a:gdLst/>
              <a:ahLst/>
              <a:cxnLst/>
              <a:rect r="r" b="b" t="t" l="l"/>
              <a:pathLst>
                <a:path h="15582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7461504"/>
            <a:ext cx="7680960" cy="512064"/>
            <a:chOff x="0" y="0"/>
            <a:chExt cx="102412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YES — TRUSTED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8046720"/>
            <a:ext cx="7680960" cy="1060704"/>
            <a:chOff x="0" y="0"/>
            <a:chExt cx="10241280" cy="14142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[OK] Device is safe — serial found in whitelist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alert raised — monitoring continues normally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03080" y="7263384"/>
            <a:ext cx="8260080" cy="2005584"/>
            <a:chOff x="0" y="0"/>
            <a:chExt cx="11013440" cy="26741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013440" cy="2674112"/>
            </a:xfrm>
            <a:custGeom>
              <a:avLst/>
              <a:gdLst/>
              <a:ahLst/>
              <a:cxnLst/>
              <a:rect r="r" b="b" t="t" l="l"/>
              <a:pathLst>
                <a:path h="2674112" w="11013440">
                  <a:moveTo>
                    <a:pt x="0" y="0"/>
                  </a:moveTo>
                  <a:lnTo>
                    <a:pt x="11013440" y="0"/>
                  </a:lnTo>
                  <a:lnTo>
                    <a:pt x="11013440" y="2674112"/>
                  </a:lnTo>
                  <a:lnTo>
                    <a:pt x="0" y="2674112"/>
                  </a:ln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405623" y="7265927"/>
            <a:ext cx="8255003" cy="116843"/>
            <a:chOff x="0" y="0"/>
            <a:chExt cx="11006671" cy="15579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006709" cy="155829"/>
            </a:xfrm>
            <a:custGeom>
              <a:avLst/>
              <a:gdLst/>
              <a:ahLst/>
              <a:cxnLst/>
              <a:rect r="r" b="b" t="t" l="l"/>
              <a:pathLst>
                <a:path h="15582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692640" y="7461504"/>
            <a:ext cx="7680960" cy="512064"/>
            <a:chOff x="0" y="0"/>
            <a:chExt cx="1024128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10241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— UNKNOWN DEVICE!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92640" y="8046720"/>
            <a:ext cx="7680960" cy="1060704"/>
            <a:chOff x="0" y="0"/>
            <a:chExt cx="10241280" cy="141427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412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8" r="0" b="-9109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2412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[ALERT] Unknown USB connected!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 NOT in whitelist — investigate now!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4332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Levels Explained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SYSTEM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7033243" cy="80267"/>
            <a:chOff x="0" y="0"/>
            <a:chExt cx="22710991" cy="10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11029" cy="107061"/>
            </a:xfrm>
            <a:custGeom>
              <a:avLst/>
              <a:gdLst/>
              <a:ahLst/>
              <a:cxnLst/>
              <a:rect r="r" b="b" t="t" l="l"/>
              <a:pathLst>
                <a:path h="1070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9917" y="3866893"/>
            <a:ext cx="17028157" cy="1337053"/>
            <a:chOff x="0" y="0"/>
            <a:chExt cx="22704209" cy="17827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04171" cy="1782699"/>
            </a:xfrm>
            <a:custGeom>
              <a:avLst/>
              <a:gdLst/>
              <a:ahLst/>
              <a:cxnLst/>
              <a:rect r="r" b="b" t="t" l="l"/>
              <a:pathLst>
                <a:path h="178269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DCFCE7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29917" y="3866893"/>
            <a:ext cx="2580637" cy="1337053"/>
            <a:chOff x="0" y="0"/>
            <a:chExt cx="3440849" cy="17827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40811" cy="1782699"/>
            </a:xfrm>
            <a:custGeom>
              <a:avLst/>
              <a:gdLst/>
              <a:ahLst/>
              <a:cxnLst/>
              <a:rect r="r" b="b" t="t" l="l"/>
              <a:pathLst>
                <a:path h="1782699" w="3440811">
                  <a:moveTo>
                    <a:pt x="0" y="0"/>
                  </a:moveTo>
                  <a:lnTo>
                    <a:pt x="3440811" y="0"/>
                  </a:lnTo>
                  <a:lnTo>
                    <a:pt x="344081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16A34A">
                <a:alpha val="63922"/>
              </a:srgbClr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3877056"/>
            <a:ext cx="2560320" cy="1316736"/>
            <a:chOff x="0" y="0"/>
            <a:chExt cx="3413760" cy="1755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3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41376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 [OK] 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83280" y="4023360"/>
            <a:ext cx="13990320" cy="475488"/>
            <a:chOff x="0" y="0"/>
            <a:chExt cx="18653760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53761" cy="633984"/>
            </a:xfrm>
            <a:custGeom>
              <a:avLst/>
              <a:gdLst/>
              <a:ahLst/>
              <a:cxnLst/>
              <a:rect r="r" b="b" t="t" l="l"/>
              <a:pathLst>
                <a:path h="633984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309" r="0" b="-5233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5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Trusted USB connected — device is on the whitelist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383280" y="4572000"/>
            <a:ext cx="13990320" cy="512064"/>
            <a:chOff x="0" y="0"/>
            <a:chExt cx="1865376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53761" cy="682752"/>
            </a:xfrm>
            <a:custGeom>
              <a:avLst/>
              <a:gdLst/>
              <a:ahLst/>
              <a:cxnLst/>
              <a:rect r="r" b="b" t="t" l="l"/>
              <a:pathLst>
                <a:path h="68275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359" r="0" b="-4823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865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 — no action needed — monitoring continues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9917" y="5329933"/>
            <a:ext cx="17028157" cy="1337053"/>
            <a:chOff x="0" y="0"/>
            <a:chExt cx="22704209" cy="17827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04171" cy="1782699"/>
            </a:xfrm>
            <a:custGeom>
              <a:avLst/>
              <a:gdLst/>
              <a:ahLst/>
              <a:cxnLst/>
              <a:rect r="r" b="b" t="t" l="l"/>
              <a:pathLst>
                <a:path h="178269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FEF3C7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29917" y="5329933"/>
            <a:ext cx="2580637" cy="1337053"/>
            <a:chOff x="0" y="0"/>
            <a:chExt cx="3440849" cy="17827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40811" cy="1782699"/>
            </a:xfrm>
            <a:custGeom>
              <a:avLst/>
              <a:gdLst/>
              <a:ahLst/>
              <a:cxnLst/>
              <a:rect r="r" b="b" t="t" l="l"/>
              <a:pathLst>
                <a:path h="1782699" w="3440811">
                  <a:moveTo>
                    <a:pt x="0" y="0"/>
                  </a:moveTo>
                  <a:lnTo>
                    <a:pt x="3440811" y="0"/>
                  </a:lnTo>
                  <a:lnTo>
                    <a:pt x="344081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D97706">
                <a:alpha val="63922"/>
              </a:srgbClr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40080" y="5340096"/>
            <a:ext cx="2560320" cy="1316736"/>
            <a:chOff x="0" y="0"/>
            <a:chExt cx="3413760" cy="17556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13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41376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D9770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[WARN]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383280" y="5486400"/>
            <a:ext cx="13990320" cy="475488"/>
            <a:chOff x="0" y="0"/>
            <a:chExt cx="1865376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653761" cy="633984"/>
            </a:xfrm>
            <a:custGeom>
              <a:avLst/>
              <a:gdLst/>
              <a:ahLst/>
              <a:cxnLst/>
              <a:rect r="r" b="b" t="t" l="l"/>
              <a:pathLst>
                <a:path h="633984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309" r="0" b="-52330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865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USB drive was disconnected from the computer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383280" y="6035040"/>
            <a:ext cx="13990320" cy="512064"/>
            <a:chOff x="0" y="0"/>
            <a:chExt cx="1865376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653761" cy="682752"/>
            </a:xfrm>
            <a:custGeom>
              <a:avLst/>
              <a:gdLst/>
              <a:ahLst/>
              <a:cxnLst/>
              <a:rect r="r" b="b" t="t" l="l"/>
              <a:pathLst>
                <a:path h="68275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359" r="0" b="-48235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865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Note it — check if this was expected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29917" y="6792973"/>
            <a:ext cx="17028157" cy="1337053"/>
            <a:chOff x="0" y="0"/>
            <a:chExt cx="22704209" cy="178273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04171" cy="1782699"/>
            </a:xfrm>
            <a:custGeom>
              <a:avLst/>
              <a:gdLst/>
              <a:ahLst/>
              <a:cxnLst/>
              <a:rect r="r" b="b" t="t" l="l"/>
              <a:pathLst>
                <a:path h="178269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FEE2E2"/>
            </a:solidFill>
            <a:ln w="2032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29917" y="6792973"/>
            <a:ext cx="2580637" cy="1337053"/>
            <a:chOff x="0" y="0"/>
            <a:chExt cx="3440849" cy="17827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40811" cy="1782699"/>
            </a:xfrm>
            <a:custGeom>
              <a:avLst/>
              <a:gdLst/>
              <a:ahLst/>
              <a:cxnLst/>
              <a:rect r="r" b="b" t="t" l="l"/>
              <a:pathLst>
                <a:path h="1782699" w="3440811">
                  <a:moveTo>
                    <a:pt x="0" y="0"/>
                  </a:moveTo>
                  <a:lnTo>
                    <a:pt x="3440811" y="0"/>
                  </a:lnTo>
                  <a:lnTo>
                    <a:pt x="344081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DC2626">
                <a:alpha val="63922"/>
              </a:srgbClr>
            </a:solidFill>
            <a:ln w="2032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6803136"/>
            <a:ext cx="2560320" cy="1316736"/>
            <a:chOff x="0" y="0"/>
            <a:chExt cx="3413760" cy="17556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13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41376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[ALERT]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383280" y="6949440"/>
            <a:ext cx="13990320" cy="475488"/>
            <a:chOff x="0" y="0"/>
            <a:chExt cx="18653760" cy="6339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653761" cy="633984"/>
            </a:xfrm>
            <a:custGeom>
              <a:avLst/>
              <a:gdLst/>
              <a:ahLst/>
              <a:cxnLst/>
              <a:rect r="r" b="b" t="t" l="l"/>
              <a:pathLst>
                <a:path h="633984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309" r="0" b="-52330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865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Unknown USB connected — NOT in the whitelist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383280" y="7498080"/>
            <a:ext cx="13990320" cy="512064"/>
            <a:chOff x="0" y="0"/>
            <a:chExt cx="1865376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653761" cy="682752"/>
            </a:xfrm>
            <a:custGeom>
              <a:avLst/>
              <a:gdLst/>
              <a:ahLst/>
              <a:cxnLst/>
              <a:rect r="r" b="b" t="t" l="l"/>
              <a:pathLst>
                <a:path h="68275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359" r="0" b="-48235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865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Investigate immediately — could be an attack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29917" y="8256013"/>
            <a:ext cx="17028157" cy="1337053"/>
            <a:chOff x="0" y="0"/>
            <a:chExt cx="22704209" cy="178273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704171" cy="1782699"/>
            </a:xfrm>
            <a:custGeom>
              <a:avLst/>
              <a:gdLst/>
              <a:ahLst/>
              <a:cxnLst/>
              <a:rect r="r" b="b" t="t" l="l"/>
              <a:pathLst>
                <a:path h="178269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E0F2FE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29917" y="8256013"/>
            <a:ext cx="2580637" cy="1337053"/>
            <a:chOff x="0" y="0"/>
            <a:chExt cx="3440849" cy="178273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40811" cy="1782699"/>
            </a:xfrm>
            <a:custGeom>
              <a:avLst/>
              <a:gdLst/>
              <a:ahLst/>
              <a:cxnLst/>
              <a:rect r="r" b="b" t="t" l="l"/>
              <a:pathLst>
                <a:path h="1782699" w="3440811">
                  <a:moveTo>
                    <a:pt x="0" y="0"/>
                  </a:moveTo>
                  <a:lnTo>
                    <a:pt x="3440811" y="0"/>
                  </a:lnTo>
                  <a:lnTo>
                    <a:pt x="3440811" y="1782699"/>
                  </a:lnTo>
                  <a:lnTo>
                    <a:pt x="0" y="1782699"/>
                  </a:lnTo>
                  <a:close/>
                </a:path>
              </a:pathLst>
            </a:custGeom>
            <a:solidFill>
              <a:srgbClr val="0891B2">
                <a:alpha val="63922"/>
              </a:srgbClr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40080" y="8266176"/>
            <a:ext cx="2560320" cy="1316736"/>
            <a:chOff x="0" y="0"/>
            <a:chExt cx="3413760" cy="17556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413760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91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[INFO] 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383280" y="8412480"/>
            <a:ext cx="13990320" cy="475488"/>
            <a:chOff x="0" y="0"/>
            <a:chExt cx="1865376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653761" cy="633984"/>
            </a:xfrm>
            <a:custGeom>
              <a:avLst/>
              <a:gdLst/>
              <a:ahLst/>
              <a:cxnLst/>
              <a:rect r="r" b="b" t="t" l="l"/>
              <a:pathLst>
                <a:path h="633984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309" r="0" b="-52330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8653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Routine scan completed — no changes detected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383280" y="8961120"/>
            <a:ext cx="13990320" cy="512064"/>
            <a:chOff x="0" y="0"/>
            <a:chExt cx="1865376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653761" cy="682752"/>
            </a:xfrm>
            <a:custGeom>
              <a:avLst/>
              <a:gdLst/>
              <a:ahLst/>
              <a:cxnLst/>
              <a:rect r="r" b="b" t="t" l="l"/>
              <a:pathLst>
                <a:path h="682752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359" r="0" b="-48235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86537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clear — this is a normal scan update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4332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Does the Output Look Like?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OUTPUT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41280" y="3968496"/>
            <a:ext cx="1005840" cy="365760"/>
            <a:chOff x="0" y="0"/>
            <a:chExt cx="1341120" cy="487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411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● ● ●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85597" y="3866893"/>
            <a:ext cx="5835901" cy="1300477"/>
            <a:chOff x="0" y="0"/>
            <a:chExt cx="7781201" cy="17339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81163" cy="1733931"/>
            </a:xfrm>
            <a:custGeom>
              <a:avLst/>
              <a:gdLst/>
              <a:ahLst/>
              <a:cxnLst/>
              <a:rect r="r" b="b" t="t" l="l"/>
              <a:pathLst>
                <a:path h="1733931" w="7781163">
                  <a:moveTo>
                    <a:pt x="0" y="0"/>
                  </a:moveTo>
                  <a:lnTo>
                    <a:pt x="7781163" y="0"/>
                  </a:lnTo>
                  <a:lnTo>
                    <a:pt x="7781163" y="1733931"/>
                  </a:lnTo>
                  <a:lnTo>
                    <a:pt x="0" y="173393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783063" y="3864359"/>
            <a:ext cx="5840987" cy="116843"/>
            <a:chOff x="0" y="0"/>
            <a:chExt cx="7787983" cy="1557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88021" cy="155829"/>
            </a:xfrm>
            <a:custGeom>
              <a:avLst/>
              <a:gdLst/>
              <a:ahLst/>
              <a:cxnLst/>
              <a:rect r="r" b="b" t="t" l="l"/>
              <a:pathLst>
                <a:path h="155829" w="7788021">
                  <a:moveTo>
                    <a:pt x="0" y="0"/>
                  </a:moveTo>
                  <a:lnTo>
                    <a:pt x="7788021" y="0"/>
                  </a:lnTo>
                  <a:lnTo>
                    <a:pt x="7788021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33504" y="4059936"/>
            <a:ext cx="5340096" cy="438912"/>
            <a:chOff x="0" y="0"/>
            <a:chExt cx="7120128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20128" cy="585216"/>
            </a:xfrm>
            <a:custGeom>
              <a:avLst/>
              <a:gdLst/>
              <a:ahLst/>
              <a:cxnLst/>
              <a:rect r="r" b="b" t="t" l="l"/>
              <a:pathLst>
                <a:path h="585216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120128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usb_events.log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33504" y="4572000"/>
            <a:ext cx="5340096" cy="475488"/>
            <a:chOff x="0" y="0"/>
            <a:chExt cx="7120128" cy="6339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20128" cy="633984"/>
            </a:xfrm>
            <a:custGeom>
              <a:avLst/>
              <a:gdLst/>
              <a:ahLst/>
              <a:cxnLst/>
              <a:rect r="r" b="b" t="t" l="l"/>
              <a:pathLst>
                <a:path h="633984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831" r="0" b="-16883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1201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events — open Notepad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85597" y="5293357"/>
            <a:ext cx="5835901" cy="1300477"/>
            <a:chOff x="0" y="0"/>
            <a:chExt cx="7781201" cy="17339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81163" cy="1733931"/>
            </a:xfrm>
            <a:custGeom>
              <a:avLst/>
              <a:gdLst/>
              <a:ahLst/>
              <a:cxnLst/>
              <a:rect r="r" b="b" t="t" l="l"/>
              <a:pathLst>
                <a:path h="1733931" w="7781163">
                  <a:moveTo>
                    <a:pt x="0" y="0"/>
                  </a:moveTo>
                  <a:lnTo>
                    <a:pt x="7781163" y="0"/>
                  </a:lnTo>
                  <a:lnTo>
                    <a:pt x="7781163" y="1733931"/>
                  </a:lnTo>
                  <a:lnTo>
                    <a:pt x="0" y="173393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783063" y="5290823"/>
            <a:ext cx="5840987" cy="116843"/>
            <a:chOff x="0" y="0"/>
            <a:chExt cx="7787983" cy="1557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88021" cy="155829"/>
            </a:xfrm>
            <a:custGeom>
              <a:avLst/>
              <a:gdLst/>
              <a:ahLst/>
              <a:cxnLst/>
              <a:rect r="r" b="b" t="t" l="l"/>
              <a:pathLst>
                <a:path h="155829" w="7788021">
                  <a:moveTo>
                    <a:pt x="0" y="0"/>
                  </a:moveTo>
                  <a:lnTo>
                    <a:pt x="7788021" y="0"/>
                  </a:lnTo>
                  <a:lnTo>
                    <a:pt x="7788021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033504" y="5486400"/>
            <a:ext cx="5340096" cy="438912"/>
            <a:chOff x="0" y="0"/>
            <a:chExt cx="7120128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20128" cy="585216"/>
            </a:xfrm>
            <a:custGeom>
              <a:avLst/>
              <a:gdLst/>
              <a:ahLst/>
              <a:cxnLst/>
              <a:rect r="r" b="b" t="t" l="l"/>
              <a:pathLst>
                <a:path h="585216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120128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563E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usb_report.csv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33504" y="5998464"/>
            <a:ext cx="5340096" cy="475488"/>
            <a:chOff x="0" y="0"/>
            <a:chExt cx="7120128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20128" cy="633984"/>
            </a:xfrm>
            <a:custGeom>
              <a:avLst/>
              <a:gdLst/>
              <a:ahLst/>
              <a:cxnLst/>
              <a:rect r="r" b="b" t="t" l="l"/>
              <a:pathLst>
                <a:path h="633984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831" r="0" b="-1688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1201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 table — open Excel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785597" y="6719821"/>
            <a:ext cx="5835901" cy="1300477"/>
            <a:chOff x="0" y="0"/>
            <a:chExt cx="7781201" cy="17339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81163" cy="1733931"/>
            </a:xfrm>
            <a:custGeom>
              <a:avLst/>
              <a:gdLst/>
              <a:ahLst/>
              <a:cxnLst/>
              <a:rect r="r" b="b" t="t" l="l"/>
              <a:pathLst>
                <a:path h="1733931" w="7781163">
                  <a:moveTo>
                    <a:pt x="0" y="0"/>
                  </a:moveTo>
                  <a:lnTo>
                    <a:pt x="7781163" y="0"/>
                  </a:lnTo>
                  <a:lnTo>
                    <a:pt x="7781163" y="1733931"/>
                  </a:lnTo>
                  <a:lnTo>
                    <a:pt x="0" y="173393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783063" y="6717287"/>
            <a:ext cx="5840987" cy="116843"/>
            <a:chOff x="0" y="0"/>
            <a:chExt cx="7787983" cy="1557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88021" cy="155829"/>
            </a:xfrm>
            <a:custGeom>
              <a:avLst/>
              <a:gdLst/>
              <a:ahLst/>
              <a:cxnLst/>
              <a:rect r="r" b="b" t="t" l="l"/>
              <a:pathLst>
                <a:path h="155829" w="7788021">
                  <a:moveTo>
                    <a:pt x="0" y="0"/>
                  </a:moveTo>
                  <a:lnTo>
                    <a:pt x="7788021" y="0"/>
                  </a:lnTo>
                  <a:lnTo>
                    <a:pt x="7788021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033504" y="6912864"/>
            <a:ext cx="5340096" cy="438912"/>
            <a:chOff x="0" y="0"/>
            <a:chExt cx="7120128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20128" cy="585216"/>
            </a:xfrm>
            <a:custGeom>
              <a:avLst/>
              <a:gdLst/>
              <a:ahLst/>
              <a:cxnLst/>
              <a:rect r="r" b="b" t="t" l="l"/>
              <a:pathLst>
                <a:path h="585216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7120128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891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usb_baseline.json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33504" y="7424928"/>
            <a:ext cx="5340096" cy="475488"/>
            <a:chOff x="0" y="0"/>
            <a:chExt cx="7120128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20128" cy="633984"/>
            </a:xfrm>
            <a:custGeom>
              <a:avLst/>
              <a:gdLst/>
              <a:ahLst/>
              <a:cxnLst/>
              <a:rect r="r" b="b" t="t" l="l"/>
              <a:pathLst>
                <a:path h="633984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831" r="0" b="-1688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1201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Snapshot — Notepad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785597" y="8146285"/>
            <a:ext cx="5835901" cy="1300477"/>
            <a:chOff x="0" y="0"/>
            <a:chExt cx="7781201" cy="17339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781163" cy="1733931"/>
            </a:xfrm>
            <a:custGeom>
              <a:avLst/>
              <a:gdLst/>
              <a:ahLst/>
              <a:cxnLst/>
              <a:rect r="r" b="b" t="t" l="l"/>
              <a:pathLst>
                <a:path h="1733931" w="7781163">
                  <a:moveTo>
                    <a:pt x="0" y="0"/>
                  </a:moveTo>
                  <a:lnTo>
                    <a:pt x="7781163" y="0"/>
                  </a:lnTo>
                  <a:lnTo>
                    <a:pt x="7781163" y="1733931"/>
                  </a:lnTo>
                  <a:lnTo>
                    <a:pt x="0" y="173393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783063" y="8143751"/>
            <a:ext cx="5840987" cy="116843"/>
            <a:chOff x="0" y="0"/>
            <a:chExt cx="7787983" cy="1557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788021" cy="155829"/>
            </a:xfrm>
            <a:custGeom>
              <a:avLst/>
              <a:gdLst/>
              <a:ahLst/>
              <a:cxnLst/>
              <a:rect r="r" b="b" t="t" l="l"/>
              <a:pathLst>
                <a:path h="155829" w="7788021">
                  <a:moveTo>
                    <a:pt x="0" y="0"/>
                  </a:moveTo>
                  <a:lnTo>
                    <a:pt x="7788021" y="0"/>
                  </a:lnTo>
                  <a:lnTo>
                    <a:pt x="7788021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033504" y="8339328"/>
            <a:ext cx="5340096" cy="438912"/>
            <a:chOff x="0" y="0"/>
            <a:chExt cx="7120128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20128" cy="585216"/>
            </a:xfrm>
            <a:custGeom>
              <a:avLst/>
              <a:gdLst/>
              <a:ahLst/>
              <a:cxnLst/>
              <a:rect r="r" b="b" t="t" l="l"/>
              <a:pathLst>
                <a:path h="585216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7120128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9770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usb_whitelist.json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033504" y="8851392"/>
            <a:ext cx="5340096" cy="475488"/>
            <a:chOff x="0" y="0"/>
            <a:chExt cx="7120128" cy="6339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20128" cy="633984"/>
            </a:xfrm>
            <a:custGeom>
              <a:avLst/>
              <a:gdLst/>
              <a:ahLst/>
              <a:cxnLst/>
              <a:rect r="r" b="b" t="t" l="l"/>
              <a:pathLst>
                <a:path h="633984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831" r="0" b="-16883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120128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Trusted serials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627383" y="3329004"/>
            <a:ext cx="10619737" cy="6407381"/>
          </a:xfrm>
          <a:custGeom>
            <a:avLst/>
            <a:gdLst/>
            <a:ahLst/>
            <a:cxnLst/>
            <a:rect r="r" b="b" t="t" l="l"/>
            <a:pathLst>
              <a:path h="6407381" w="10619737">
                <a:moveTo>
                  <a:pt x="0" y="0"/>
                </a:moveTo>
                <a:lnTo>
                  <a:pt x="10619737" y="0"/>
                </a:lnTo>
                <a:lnTo>
                  <a:pt x="10619737" y="6407380"/>
                </a:lnTo>
                <a:lnTo>
                  <a:pt x="0" y="6407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4332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and Technologies Used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 USED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7033243" cy="80267"/>
            <a:chOff x="0" y="0"/>
            <a:chExt cx="22710991" cy="10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11029" cy="107061"/>
            </a:xfrm>
            <a:custGeom>
              <a:avLst/>
              <a:gdLst/>
              <a:ahLst/>
              <a:cxnLst/>
              <a:rect r="r" b="b" t="t" l="l"/>
              <a:pathLst>
                <a:path h="1070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7383" y="3864359"/>
            <a:ext cx="17033243" cy="793499"/>
            <a:chOff x="0" y="0"/>
            <a:chExt cx="22710991" cy="10579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11029" cy="1058037"/>
            </a:xfrm>
            <a:custGeom>
              <a:avLst/>
              <a:gdLst/>
              <a:ahLst/>
              <a:cxnLst/>
              <a:rect r="r" b="b" t="t" l="l"/>
              <a:pathLst>
                <a:path h="1058037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5840" y="4005072"/>
            <a:ext cx="16459200" cy="512064"/>
            <a:chOff x="0" y="0"/>
            <a:chExt cx="2194560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modules are BUILT INTO Python 3 — Zero extra installations needed!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9917" y="4854445"/>
            <a:ext cx="5543293" cy="2397757"/>
            <a:chOff x="0" y="0"/>
            <a:chExt cx="7391057" cy="31970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91019" cy="3196971"/>
            </a:xfrm>
            <a:custGeom>
              <a:avLst/>
              <a:gdLst/>
              <a:ahLst/>
              <a:cxnLst/>
              <a:rect r="r" b="b" t="t" l="l"/>
              <a:pathLst>
                <a:path h="3196971" w="7391019">
                  <a:moveTo>
                    <a:pt x="0" y="0"/>
                  </a:moveTo>
                  <a:lnTo>
                    <a:pt x="7391019" y="0"/>
                  </a:lnTo>
                  <a:lnTo>
                    <a:pt x="7391019" y="3196971"/>
                  </a:lnTo>
                  <a:lnTo>
                    <a:pt x="0" y="319697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27383" y="4851911"/>
            <a:ext cx="5548379" cy="116843"/>
            <a:chOff x="0" y="0"/>
            <a:chExt cx="7397839" cy="155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97877" cy="155829"/>
            </a:xfrm>
            <a:custGeom>
              <a:avLst/>
              <a:gdLst/>
              <a:ahLst/>
              <a:cxnLst/>
              <a:rect r="r" b="b" t="t" l="l"/>
              <a:pathLst>
                <a:path h="155829" w="7397877">
                  <a:moveTo>
                    <a:pt x="0" y="0"/>
                  </a:moveTo>
                  <a:lnTo>
                    <a:pt x="7397877" y="0"/>
                  </a:lnTo>
                  <a:lnTo>
                    <a:pt x="7397877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59536" y="5047488"/>
            <a:ext cx="5120640" cy="548640"/>
            <a:chOff x="0" y="0"/>
            <a:chExt cx="68275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563E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Python 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9536" y="5669280"/>
            <a:ext cx="5120640" cy="365760"/>
            <a:chOff x="0" y="0"/>
            <a:chExt cx="6827520" cy="487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827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9536" y="6071616"/>
            <a:ext cx="5120640" cy="1060704"/>
            <a:chOff x="0" y="0"/>
            <a:chExt cx="6827520" cy="14142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65" r="0" b="-440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827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 programming language — download from python.org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45501" y="4854445"/>
            <a:ext cx="5543293" cy="2397757"/>
            <a:chOff x="0" y="0"/>
            <a:chExt cx="7391057" cy="31970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91019" cy="3196971"/>
            </a:xfrm>
            <a:custGeom>
              <a:avLst/>
              <a:gdLst/>
              <a:ahLst/>
              <a:cxnLst/>
              <a:rect r="r" b="b" t="t" l="l"/>
              <a:pathLst>
                <a:path h="3196971" w="7391019">
                  <a:moveTo>
                    <a:pt x="0" y="0"/>
                  </a:moveTo>
                  <a:lnTo>
                    <a:pt x="7391019" y="0"/>
                  </a:lnTo>
                  <a:lnTo>
                    <a:pt x="7391019" y="3196971"/>
                  </a:lnTo>
                  <a:lnTo>
                    <a:pt x="0" y="319697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442967" y="4851911"/>
            <a:ext cx="5548379" cy="116843"/>
            <a:chOff x="0" y="0"/>
            <a:chExt cx="7397839" cy="1557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97877" cy="155829"/>
            </a:xfrm>
            <a:custGeom>
              <a:avLst/>
              <a:gdLst/>
              <a:ahLst/>
              <a:cxnLst/>
              <a:rect r="r" b="b" t="t" l="l"/>
              <a:pathLst>
                <a:path h="155829" w="7397877">
                  <a:moveTo>
                    <a:pt x="0" y="0"/>
                  </a:moveTo>
                  <a:lnTo>
                    <a:pt x="7397877" y="0"/>
                  </a:lnTo>
                  <a:lnTo>
                    <a:pt x="7397877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675120" y="5047488"/>
            <a:ext cx="5120640" cy="548640"/>
            <a:chOff x="0" y="0"/>
            <a:chExt cx="6827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891B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5669280"/>
            <a:ext cx="5120640" cy="365760"/>
            <a:chOff x="0" y="0"/>
            <a:chExt cx="6827520" cy="48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827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BUILT-IN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75120" y="6071616"/>
            <a:ext cx="5120640" cy="1060704"/>
            <a:chOff x="0" y="0"/>
            <a:chExt cx="6827520" cy="14142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65" r="0" b="-440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827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 if USB drives and files exist on the computer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61085" y="4854445"/>
            <a:ext cx="5543293" cy="2397757"/>
            <a:chOff x="0" y="0"/>
            <a:chExt cx="7391057" cy="319700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91019" cy="3196971"/>
            </a:xfrm>
            <a:custGeom>
              <a:avLst/>
              <a:gdLst/>
              <a:ahLst/>
              <a:cxnLst/>
              <a:rect r="r" b="b" t="t" l="l"/>
              <a:pathLst>
                <a:path h="3196971" w="7391019">
                  <a:moveTo>
                    <a:pt x="0" y="0"/>
                  </a:moveTo>
                  <a:lnTo>
                    <a:pt x="7391019" y="0"/>
                  </a:lnTo>
                  <a:lnTo>
                    <a:pt x="7391019" y="3196971"/>
                  </a:lnTo>
                  <a:lnTo>
                    <a:pt x="0" y="319697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258551" y="4851911"/>
            <a:ext cx="5548379" cy="116843"/>
            <a:chOff x="0" y="0"/>
            <a:chExt cx="7397839" cy="1557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97877" cy="155829"/>
            </a:xfrm>
            <a:custGeom>
              <a:avLst/>
              <a:gdLst/>
              <a:ahLst/>
              <a:cxnLst/>
              <a:rect r="r" b="b" t="t" l="l"/>
              <a:pathLst>
                <a:path h="155829" w="7397877">
                  <a:moveTo>
                    <a:pt x="0" y="0"/>
                  </a:moveTo>
                  <a:lnTo>
                    <a:pt x="7397877" y="0"/>
                  </a:lnTo>
                  <a:lnTo>
                    <a:pt x="7397877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490704" y="5047488"/>
            <a:ext cx="5120640" cy="548640"/>
            <a:chOff x="0" y="0"/>
            <a:chExt cx="6827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6A3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json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90704" y="5669280"/>
            <a:ext cx="5120640" cy="365760"/>
            <a:chOff x="0" y="0"/>
            <a:chExt cx="6827520" cy="487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827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BUILT-IN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490704" y="6071616"/>
            <a:ext cx="5120640" cy="1060704"/>
            <a:chOff x="0" y="0"/>
            <a:chExt cx="6827520" cy="14142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65" r="0" b="-4406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827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Save the whitelist and baseline as readable files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9917" y="7506205"/>
            <a:ext cx="5543293" cy="2397757"/>
            <a:chOff x="0" y="0"/>
            <a:chExt cx="7391057" cy="319700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91019" cy="3196971"/>
            </a:xfrm>
            <a:custGeom>
              <a:avLst/>
              <a:gdLst/>
              <a:ahLst/>
              <a:cxnLst/>
              <a:rect r="r" b="b" t="t" l="l"/>
              <a:pathLst>
                <a:path h="3196971" w="7391019">
                  <a:moveTo>
                    <a:pt x="0" y="0"/>
                  </a:moveTo>
                  <a:lnTo>
                    <a:pt x="7391019" y="0"/>
                  </a:lnTo>
                  <a:lnTo>
                    <a:pt x="7391019" y="3196971"/>
                  </a:lnTo>
                  <a:lnTo>
                    <a:pt x="0" y="319697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627383" y="7503671"/>
            <a:ext cx="5548379" cy="116843"/>
            <a:chOff x="0" y="0"/>
            <a:chExt cx="7397839" cy="1557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97877" cy="155829"/>
            </a:xfrm>
            <a:custGeom>
              <a:avLst/>
              <a:gdLst/>
              <a:ahLst/>
              <a:cxnLst/>
              <a:rect r="r" b="b" t="t" l="l"/>
              <a:pathLst>
                <a:path h="155829" w="7397877">
                  <a:moveTo>
                    <a:pt x="0" y="0"/>
                  </a:moveTo>
                  <a:lnTo>
                    <a:pt x="7397877" y="0"/>
                  </a:lnTo>
                  <a:lnTo>
                    <a:pt x="7397877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859536" y="7699248"/>
            <a:ext cx="5120640" cy="548640"/>
            <a:chOff x="0" y="0"/>
            <a:chExt cx="682752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9770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csv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59536" y="8321040"/>
            <a:ext cx="5120640" cy="365760"/>
            <a:chOff x="0" y="0"/>
            <a:chExt cx="6827520" cy="487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827520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827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BUILT-IN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59536" y="8723376"/>
            <a:ext cx="5120640" cy="1060704"/>
            <a:chOff x="0" y="0"/>
            <a:chExt cx="6827520" cy="14142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27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65" r="0" b="-4406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827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 event report — open in Microsoft Excel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445501" y="7506205"/>
            <a:ext cx="5543293" cy="2397757"/>
            <a:chOff x="0" y="0"/>
            <a:chExt cx="7391057" cy="319700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91019" cy="3196971"/>
            </a:xfrm>
            <a:custGeom>
              <a:avLst/>
              <a:gdLst/>
              <a:ahLst/>
              <a:cxnLst/>
              <a:rect r="r" b="b" t="t" l="l"/>
              <a:pathLst>
                <a:path h="3196971" w="7391019">
                  <a:moveTo>
                    <a:pt x="0" y="0"/>
                  </a:moveTo>
                  <a:lnTo>
                    <a:pt x="7391019" y="0"/>
                  </a:lnTo>
                  <a:lnTo>
                    <a:pt x="7391019" y="3196971"/>
                  </a:lnTo>
                  <a:lnTo>
                    <a:pt x="0" y="319697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6442967" y="7503671"/>
            <a:ext cx="5548379" cy="116843"/>
            <a:chOff x="0" y="0"/>
            <a:chExt cx="7397839" cy="1557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97877" cy="155829"/>
            </a:xfrm>
            <a:custGeom>
              <a:avLst/>
              <a:gdLst/>
              <a:ahLst/>
              <a:cxnLst/>
              <a:rect r="r" b="b" t="t" l="l"/>
              <a:pathLst>
                <a:path h="155829" w="7397877">
                  <a:moveTo>
                    <a:pt x="0" y="0"/>
                  </a:moveTo>
                  <a:lnTo>
                    <a:pt x="7397877" y="0"/>
                  </a:lnTo>
                  <a:lnTo>
                    <a:pt x="7397877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6675120" y="7699248"/>
            <a:ext cx="5120640" cy="548640"/>
            <a:chOff x="0" y="0"/>
            <a:chExt cx="6827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C262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hashlib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675120" y="8321040"/>
            <a:ext cx="5120640" cy="365760"/>
            <a:chOff x="0" y="0"/>
            <a:chExt cx="6827520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827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BUILT-IN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675120" y="8723376"/>
            <a:ext cx="5120640" cy="1060704"/>
            <a:chOff x="0" y="0"/>
            <a:chExt cx="6827520" cy="14142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27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65" r="0" b="-4406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827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SHA-256 checksum of the baseline file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261085" y="7506205"/>
            <a:ext cx="5543293" cy="2397757"/>
            <a:chOff x="0" y="0"/>
            <a:chExt cx="7391057" cy="319700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91019" cy="3196971"/>
            </a:xfrm>
            <a:custGeom>
              <a:avLst/>
              <a:gdLst/>
              <a:ahLst/>
              <a:cxnLst/>
              <a:rect r="r" b="b" t="t" l="l"/>
              <a:pathLst>
                <a:path h="3196971" w="7391019">
                  <a:moveTo>
                    <a:pt x="0" y="0"/>
                  </a:moveTo>
                  <a:lnTo>
                    <a:pt x="7391019" y="0"/>
                  </a:lnTo>
                  <a:lnTo>
                    <a:pt x="7391019" y="3196971"/>
                  </a:lnTo>
                  <a:lnTo>
                    <a:pt x="0" y="3196971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2258551" y="7503671"/>
            <a:ext cx="5548379" cy="116843"/>
            <a:chOff x="0" y="0"/>
            <a:chExt cx="7397839" cy="15579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97877" cy="155829"/>
            </a:xfrm>
            <a:custGeom>
              <a:avLst/>
              <a:gdLst/>
              <a:ahLst/>
              <a:cxnLst/>
              <a:rect r="r" b="b" t="t" l="l"/>
              <a:pathLst>
                <a:path h="155829" w="7397877">
                  <a:moveTo>
                    <a:pt x="0" y="0"/>
                  </a:moveTo>
                  <a:lnTo>
                    <a:pt x="7397877" y="0"/>
                  </a:lnTo>
                  <a:lnTo>
                    <a:pt x="7397877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490704" y="7699248"/>
            <a:ext cx="5120640" cy="548640"/>
            <a:chOff x="0" y="0"/>
            <a:chExt cx="682752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6827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563EB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subprocess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490704" y="8321040"/>
            <a:ext cx="5120640" cy="365760"/>
            <a:chOff x="0" y="0"/>
            <a:chExt cx="6827520" cy="4876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827520" cy="487680"/>
            </a:xfrm>
            <a:custGeom>
              <a:avLst/>
              <a:gdLst/>
              <a:ahLst/>
              <a:cxnLst/>
              <a:rect r="r" b="b" t="t" l="l"/>
              <a:pathLst>
                <a:path h="4876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68275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00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BUILT-IN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490704" y="8723376"/>
            <a:ext cx="5120640" cy="1060704"/>
            <a:chOff x="0" y="0"/>
            <a:chExt cx="6827520" cy="14142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27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65" r="0" b="-4406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827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wmic command to read USB drive info from Windows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634747"/>
            <a:chOff x="0" y="0"/>
            <a:chExt cx="24417871" cy="217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1596647"/>
            <a:ext cx="18313403" cy="135131"/>
            <a:chOff x="0" y="0"/>
            <a:chExt cx="24417871" cy="1801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180213"/>
            </a:xfrm>
            <a:custGeom>
              <a:avLst/>
              <a:gdLst/>
              <a:ahLst/>
              <a:cxnLst/>
              <a:rect r="r" b="b" t="t" l="l"/>
              <a:pathLst>
                <a:path h="180213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56032"/>
            <a:ext cx="16824960" cy="1097280"/>
            <a:chOff x="0" y="0"/>
            <a:chExt cx="2243328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243328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Did We Learn?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7383" y="1962407"/>
            <a:ext cx="135131" cy="610619"/>
            <a:chOff x="0" y="0"/>
            <a:chExt cx="180175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213" cy="814197"/>
            </a:xfrm>
            <a:custGeom>
              <a:avLst/>
              <a:gdLst/>
              <a:ahLst/>
              <a:cxnLst/>
              <a:rect r="r" b="b" t="t" l="l"/>
              <a:pathLst>
                <a:path h="81419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814197"/>
                  </a:lnTo>
                  <a:lnTo>
                    <a:pt x="0" y="81419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7824" y="1938528"/>
            <a:ext cx="9144000" cy="658368"/>
            <a:chOff x="0" y="0"/>
            <a:chExt cx="1219200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OUTCOMES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7033243" cy="80267"/>
            <a:chOff x="0" y="0"/>
            <a:chExt cx="22710991" cy="107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11029" cy="107061"/>
            </a:xfrm>
            <a:custGeom>
              <a:avLst/>
              <a:gdLst/>
              <a:ahLst/>
              <a:cxnLst/>
              <a:rect r="r" b="b" t="t" l="l"/>
              <a:pathLst>
                <a:path h="107061" w="22711029">
                  <a:moveTo>
                    <a:pt x="0" y="0"/>
                  </a:moveTo>
                  <a:lnTo>
                    <a:pt x="22711029" y="0"/>
                  </a:lnTo>
                  <a:lnTo>
                    <a:pt x="2271102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DBEAF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9917" y="3866893"/>
            <a:ext cx="8432797" cy="1775965"/>
            <a:chOff x="0" y="0"/>
            <a:chExt cx="11243729" cy="23679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3691" cy="2367915"/>
            </a:xfrm>
            <a:custGeom>
              <a:avLst/>
              <a:gdLst/>
              <a:ahLst/>
              <a:cxnLst/>
              <a:rect r="r" b="b" t="t" l="l"/>
              <a:pathLst>
                <a:path h="2367915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367915"/>
                  </a:lnTo>
                  <a:lnTo>
                    <a:pt x="0" y="2367915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27383" y="3864359"/>
            <a:ext cx="153419" cy="1781051"/>
            <a:chOff x="0" y="0"/>
            <a:chExt cx="204559" cy="23747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597" cy="2374773"/>
            </a:xfrm>
            <a:custGeom>
              <a:avLst/>
              <a:gdLst/>
              <a:ahLst/>
              <a:cxnLst/>
              <a:rect r="r" b="b" t="t" l="l"/>
              <a:pathLst>
                <a:path h="2374773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374773"/>
                  </a:lnTo>
                  <a:lnTo>
                    <a:pt x="0" y="237477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4023360"/>
            <a:ext cx="7827264" cy="475488"/>
            <a:chOff x="0" y="0"/>
            <a:chExt cx="10436352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753" r="0" b="-2707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363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USB Security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4572000"/>
            <a:ext cx="7827264" cy="950976"/>
            <a:chOff x="0" y="0"/>
            <a:chExt cx="10436352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36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103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4363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USB drives are used in real attacks like Stuxnet and BadUSB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99597" y="3866893"/>
            <a:ext cx="8432797" cy="1775965"/>
            <a:chOff x="0" y="0"/>
            <a:chExt cx="11243729" cy="236795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43691" cy="2367915"/>
            </a:xfrm>
            <a:custGeom>
              <a:avLst/>
              <a:gdLst/>
              <a:ahLst/>
              <a:cxnLst/>
              <a:rect r="r" b="b" t="t" l="l"/>
              <a:pathLst>
                <a:path h="2367915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367915"/>
                  </a:lnTo>
                  <a:lnTo>
                    <a:pt x="0" y="2367915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97063" y="3864359"/>
            <a:ext cx="153419" cy="1781051"/>
            <a:chOff x="0" y="0"/>
            <a:chExt cx="204559" cy="23747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597" cy="2374773"/>
            </a:xfrm>
            <a:custGeom>
              <a:avLst/>
              <a:gdLst/>
              <a:ahLst/>
              <a:cxnLst/>
              <a:rect r="r" b="b" t="t" l="l"/>
              <a:pathLst>
                <a:path h="2374773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374773"/>
                  </a:lnTo>
                  <a:lnTo>
                    <a:pt x="0" y="2374773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875520" y="4023360"/>
            <a:ext cx="7827264" cy="475488"/>
            <a:chOff x="0" y="0"/>
            <a:chExt cx="10436352" cy="6339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753" r="0" b="-2707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4363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Whitelist System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75520" y="4572000"/>
            <a:ext cx="7827264" cy="950976"/>
            <a:chOff x="0" y="0"/>
            <a:chExt cx="10436352" cy="12679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36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1037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4363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trusted device lists work — used in real security software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29917" y="5878573"/>
            <a:ext cx="8432797" cy="1775965"/>
            <a:chOff x="0" y="0"/>
            <a:chExt cx="11243729" cy="23679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43691" cy="2367915"/>
            </a:xfrm>
            <a:custGeom>
              <a:avLst/>
              <a:gdLst/>
              <a:ahLst/>
              <a:cxnLst/>
              <a:rect r="r" b="b" t="t" l="l"/>
              <a:pathLst>
                <a:path h="2367915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367915"/>
                  </a:lnTo>
                  <a:lnTo>
                    <a:pt x="0" y="2367915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27383" y="5876039"/>
            <a:ext cx="153419" cy="1781051"/>
            <a:chOff x="0" y="0"/>
            <a:chExt cx="204559" cy="237473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4597" cy="2374773"/>
            </a:xfrm>
            <a:custGeom>
              <a:avLst/>
              <a:gdLst/>
              <a:ahLst/>
              <a:cxnLst/>
              <a:rect r="r" b="b" t="t" l="l"/>
              <a:pathLst>
                <a:path h="2374773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374773"/>
                  </a:lnTo>
                  <a:lnTo>
                    <a:pt x="0" y="2374773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05840" y="6035040"/>
            <a:ext cx="7827264" cy="475488"/>
            <a:chOff x="0" y="0"/>
            <a:chExt cx="10436352" cy="633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753" r="0" b="-27075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4363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 Method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5840" y="6583680"/>
            <a:ext cx="7827264" cy="950976"/>
            <a:chOff x="0" y="0"/>
            <a:chExt cx="10436352" cy="12679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36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103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4363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comparing to a clean snapshot detects security changes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99597" y="5878573"/>
            <a:ext cx="8432797" cy="1775965"/>
            <a:chOff x="0" y="0"/>
            <a:chExt cx="11243729" cy="236795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43691" cy="2367915"/>
            </a:xfrm>
            <a:custGeom>
              <a:avLst/>
              <a:gdLst/>
              <a:ahLst/>
              <a:cxnLst/>
              <a:rect r="r" b="b" t="t" l="l"/>
              <a:pathLst>
                <a:path h="2367915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367915"/>
                  </a:lnTo>
                  <a:lnTo>
                    <a:pt x="0" y="2367915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497063" y="5876039"/>
            <a:ext cx="153419" cy="1781051"/>
            <a:chOff x="0" y="0"/>
            <a:chExt cx="204559" cy="23747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597" cy="2374773"/>
            </a:xfrm>
            <a:custGeom>
              <a:avLst/>
              <a:gdLst/>
              <a:ahLst/>
              <a:cxnLst/>
              <a:rect r="r" b="b" t="t" l="l"/>
              <a:pathLst>
                <a:path h="2374773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374773"/>
                  </a:lnTo>
                  <a:lnTo>
                    <a:pt x="0" y="2374773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875520" y="6035040"/>
            <a:ext cx="7827264" cy="475488"/>
            <a:chOff x="0" y="0"/>
            <a:chExt cx="10436352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753" r="0" b="-2707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4363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Scripting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75520" y="6583680"/>
            <a:ext cx="7827264" cy="950976"/>
            <a:chOff x="0" y="0"/>
            <a:chExt cx="10436352" cy="12679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436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1037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4363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Building a real security tool using only Python built-in modules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9917" y="7890253"/>
            <a:ext cx="8432797" cy="1775965"/>
            <a:chOff x="0" y="0"/>
            <a:chExt cx="11243729" cy="236795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243691" cy="2367915"/>
            </a:xfrm>
            <a:custGeom>
              <a:avLst/>
              <a:gdLst/>
              <a:ahLst/>
              <a:cxnLst/>
              <a:rect r="r" b="b" t="t" l="l"/>
              <a:pathLst>
                <a:path h="2367915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367915"/>
                  </a:lnTo>
                  <a:lnTo>
                    <a:pt x="0" y="2367915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27383" y="7887719"/>
            <a:ext cx="153419" cy="1781051"/>
            <a:chOff x="0" y="0"/>
            <a:chExt cx="204559" cy="237473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4597" cy="2374773"/>
            </a:xfrm>
            <a:custGeom>
              <a:avLst/>
              <a:gdLst/>
              <a:ahLst/>
              <a:cxnLst/>
              <a:rect r="r" b="b" t="t" l="l"/>
              <a:pathLst>
                <a:path h="2374773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374773"/>
                  </a:lnTo>
                  <a:lnTo>
                    <a:pt x="0" y="2374773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05840" y="8046720"/>
            <a:ext cx="7827264" cy="475488"/>
            <a:chOff x="0" y="0"/>
            <a:chExt cx="10436352" cy="6339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753" r="0" b="-27075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4363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+ CSV Reports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5840" y="8595360"/>
            <a:ext cx="7827264" cy="950976"/>
            <a:chOff x="0" y="0"/>
            <a:chExt cx="10436352" cy="12679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36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1037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4363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Creating structured logs and Excel-friendly reports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99597" y="7890253"/>
            <a:ext cx="8432797" cy="1775965"/>
            <a:chOff x="0" y="0"/>
            <a:chExt cx="11243729" cy="236795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243691" cy="2367915"/>
            </a:xfrm>
            <a:custGeom>
              <a:avLst/>
              <a:gdLst/>
              <a:ahLst/>
              <a:cxnLst/>
              <a:rect r="r" b="b" t="t" l="l"/>
              <a:pathLst>
                <a:path h="2367915" w="11243691">
                  <a:moveTo>
                    <a:pt x="0" y="0"/>
                  </a:moveTo>
                  <a:lnTo>
                    <a:pt x="11243691" y="0"/>
                  </a:lnTo>
                  <a:lnTo>
                    <a:pt x="11243691" y="2367915"/>
                  </a:lnTo>
                  <a:lnTo>
                    <a:pt x="0" y="2367915"/>
                  </a:lnTo>
                  <a:close/>
                </a:path>
              </a:pathLst>
            </a:custGeom>
            <a:solidFill>
              <a:srgbClr val="FFFF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497063" y="7887719"/>
            <a:ext cx="153419" cy="1781051"/>
            <a:chOff x="0" y="0"/>
            <a:chExt cx="204559" cy="237473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4597" cy="2374773"/>
            </a:xfrm>
            <a:custGeom>
              <a:avLst/>
              <a:gdLst/>
              <a:ahLst/>
              <a:cxnLst/>
              <a:rect r="r" b="b" t="t" l="l"/>
              <a:pathLst>
                <a:path h="2374773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374773"/>
                  </a:lnTo>
                  <a:lnTo>
                    <a:pt x="0" y="2374773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875520" y="8046720"/>
            <a:ext cx="7827264" cy="475488"/>
            <a:chOff x="0" y="0"/>
            <a:chExt cx="10436352" cy="6339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753" r="0" b="-27075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4363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 Team Thinking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75520" y="8595360"/>
            <a:ext cx="7827264" cy="950976"/>
            <a:chOff x="0" y="0"/>
            <a:chExt cx="10436352" cy="126796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43635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76" r="0" b="-11037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043635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defenders monitor, detect, and respond to threats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317243"/>
            <a:chOff x="0" y="0"/>
            <a:chExt cx="24417871" cy="4422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423029"/>
            </a:xfrm>
            <a:custGeom>
              <a:avLst/>
              <a:gdLst/>
              <a:ahLst/>
              <a:cxnLst/>
              <a:rect r="r" b="b" t="t" l="l"/>
              <a:pathLst>
                <a:path h="44230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423029"/>
                  </a:lnTo>
                  <a:lnTo>
                    <a:pt x="0" y="4423029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1A3A6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3279143"/>
            <a:ext cx="18313403" cy="171707"/>
            <a:chOff x="0" y="0"/>
            <a:chExt cx="24417871" cy="2289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228981"/>
            </a:xfrm>
            <a:custGeom>
              <a:avLst/>
              <a:gdLst/>
              <a:ahLst/>
              <a:cxnLst/>
              <a:rect r="r" b="b" t="t" l="l"/>
              <a:pathLst>
                <a:path h="22898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28981"/>
                  </a:lnTo>
                  <a:lnTo>
                    <a:pt x="0" y="228981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274320"/>
            <a:ext cx="16824960" cy="658368"/>
            <a:chOff x="0" y="0"/>
            <a:chExt cx="22433280" cy="877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33280" cy="877824"/>
            </a:xfrm>
            <a:custGeom>
              <a:avLst/>
              <a:gdLst/>
              <a:ahLst/>
              <a:cxnLst/>
              <a:rect r="r" b="b" t="t" l="l"/>
              <a:pathLst>
                <a:path h="87782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4332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DBEA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Summary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877824"/>
            <a:ext cx="16824960" cy="1755648"/>
            <a:chOff x="0" y="0"/>
            <a:chExt cx="22433280" cy="23408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3280" cy="2340864"/>
            </a:xfrm>
            <a:custGeom>
              <a:avLst/>
              <a:gdLst/>
              <a:ahLst/>
              <a:cxnLst/>
              <a:rect r="r" b="b" t="t" l="l"/>
              <a:pathLst>
                <a:path h="234086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433280" cy="23694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USB Device Control &amp; Monitoring Framework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9917" y="3738877"/>
            <a:ext cx="17028157" cy="971293"/>
            <a:chOff x="0" y="0"/>
            <a:chExt cx="22704209" cy="12950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EFF6FF"/>
            </a:solidFill>
            <a:ln w="2032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27383" y="3736343"/>
            <a:ext cx="153419" cy="976379"/>
            <a:chOff x="0" y="0"/>
            <a:chExt cx="204559" cy="1301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597" cy="1301877"/>
            </a:xfrm>
            <a:custGeom>
              <a:avLst/>
              <a:gdLst/>
              <a:ahLst/>
              <a:cxnLst/>
              <a:rect r="r" b="b" t="t" l="l"/>
              <a:pathLst>
                <a:path h="1301877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50976" y="3858768"/>
            <a:ext cx="2011680" cy="621792"/>
            <a:chOff x="0" y="0"/>
            <a:chExt cx="2682240" cy="829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82240" cy="829056"/>
            </a:xfrm>
            <a:custGeom>
              <a:avLst/>
              <a:gdLst/>
              <a:ahLst/>
              <a:cxnLst/>
              <a:rect r="r" b="b" t="t" l="l"/>
              <a:pathLst>
                <a:path h="82905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682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145536" y="3858768"/>
            <a:ext cx="14264640" cy="621792"/>
            <a:chOff x="0" y="0"/>
            <a:chExt cx="19019520" cy="8290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19520" cy="829056"/>
            </a:xfrm>
            <a:custGeom>
              <a:avLst/>
              <a:gdLst/>
              <a:ahLst/>
              <a:cxnLst/>
              <a:rect r="r" b="b" t="t" l="l"/>
              <a:pathLst>
                <a:path h="82905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009" r="0" b="-39700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90195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USB plug/unplug within 5 seconds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9917" y="4872733"/>
            <a:ext cx="17028157" cy="971293"/>
            <a:chOff x="0" y="0"/>
            <a:chExt cx="22704209" cy="12950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EFF6FF"/>
            </a:solidFill>
            <a:ln w="2032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27383" y="4870199"/>
            <a:ext cx="153419" cy="976379"/>
            <a:chOff x="0" y="0"/>
            <a:chExt cx="204559" cy="13018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597" cy="1301877"/>
            </a:xfrm>
            <a:custGeom>
              <a:avLst/>
              <a:gdLst/>
              <a:ahLst/>
              <a:cxnLst/>
              <a:rect r="r" b="b" t="t" l="l"/>
              <a:pathLst>
                <a:path h="1301877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50976" y="4992624"/>
            <a:ext cx="2011680" cy="621792"/>
            <a:chOff x="0" y="0"/>
            <a:chExt cx="2682240" cy="8290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0" cy="829056"/>
            </a:xfrm>
            <a:custGeom>
              <a:avLst/>
              <a:gdLst/>
              <a:ahLst/>
              <a:cxnLst/>
              <a:rect r="r" b="b" t="t" l="l"/>
              <a:pathLst>
                <a:path h="82905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682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145536" y="4992624"/>
            <a:ext cx="14264640" cy="621792"/>
            <a:chOff x="0" y="0"/>
            <a:chExt cx="1901952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19520" cy="829056"/>
            </a:xfrm>
            <a:custGeom>
              <a:avLst/>
              <a:gdLst/>
              <a:ahLst/>
              <a:cxnLst/>
              <a:rect r="r" b="b" t="t" l="l"/>
              <a:pathLst>
                <a:path h="82905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009" r="0" b="-39700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0195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Serial number against trusted whitelist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9917" y="6006589"/>
            <a:ext cx="17028157" cy="971293"/>
            <a:chOff x="0" y="0"/>
            <a:chExt cx="22704209" cy="12950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EFF6FF"/>
            </a:solidFill>
            <a:ln w="2032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27383" y="6004055"/>
            <a:ext cx="153419" cy="976379"/>
            <a:chOff x="0" y="0"/>
            <a:chExt cx="204559" cy="13018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4597" cy="1301877"/>
            </a:xfrm>
            <a:custGeom>
              <a:avLst/>
              <a:gdLst/>
              <a:ahLst/>
              <a:cxnLst/>
              <a:rect r="r" b="b" t="t" l="l"/>
              <a:pathLst>
                <a:path h="1301877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0976" y="6126480"/>
            <a:ext cx="2011680" cy="621792"/>
            <a:chOff x="0" y="0"/>
            <a:chExt cx="2682240" cy="829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82240" cy="829056"/>
            </a:xfrm>
            <a:custGeom>
              <a:avLst/>
              <a:gdLst/>
              <a:ahLst/>
              <a:cxnLst/>
              <a:rect r="r" b="b" t="t" l="l"/>
              <a:pathLst>
                <a:path h="82905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682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145536" y="6126480"/>
            <a:ext cx="14264640" cy="621792"/>
            <a:chOff x="0" y="0"/>
            <a:chExt cx="1901952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19520" cy="829056"/>
            </a:xfrm>
            <a:custGeom>
              <a:avLst/>
              <a:gdLst/>
              <a:ahLst/>
              <a:cxnLst/>
              <a:rect r="r" b="b" t="t" l="l"/>
              <a:pathLst>
                <a:path h="82905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009" r="0" b="-39700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90195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Immediately for unknown USB devices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29917" y="7140445"/>
            <a:ext cx="17028157" cy="971293"/>
            <a:chOff x="0" y="0"/>
            <a:chExt cx="22704209" cy="12950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EFF6FF"/>
            </a:solidFill>
            <a:ln w="2032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27383" y="7137911"/>
            <a:ext cx="153419" cy="976379"/>
            <a:chOff x="0" y="0"/>
            <a:chExt cx="204559" cy="13018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597" cy="1301877"/>
            </a:xfrm>
            <a:custGeom>
              <a:avLst/>
              <a:gdLst/>
              <a:ahLst/>
              <a:cxnLst/>
              <a:rect r="r" b="b" t="t" l="l"/>
              <a:pathLst>
                <a:path h="1301877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50976" y="7260336"/>
            <a:ext cx="2011680" cy="621792"/>
            <a:chOff x="0" y="0"/>
            <a:chExt cx="2682240" cy="8290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82240" cy="829056"/>
            </a:xfrm>
            <a:custGeom>
              <a:avLst/>
              <a:gdLst/>
              <a:ahLst/>
              <a:cxnLst/>
              <a:rect r="r" b="b" t="t" l="l"/>
              <a:pathLst>
                <a:path h="82905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682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145536" y="7260336"/>
            <a:ext cx="14264640" cy="621792"/>
            <a:chOff x="0" y="0"/>
            <a:chExt cx="19019520" cy="8290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019520" cy="829056"/>
            </a:xfrm>
            <a:custGeom>
              <a:avLst/>
              <a:gdLst/>
              <a:ahLst/>
              <a:cxnLst/>
              <a:rect r="r" b="b" t="t" l="l"/>
              <a:pathLst>
                <a:path h="82905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009" r="0" b="-39700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90195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events with timestamps to log file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29917" y="8274301"/>
            <a:ext cx="17028157" cy="971293"/>
            <a:chOff x="0" y="0"/>
            <a:chExt cx="22704209" cy="129505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704171" cy="1295019"/>
            </a:xfrm>
            <a:custGeom>
              <a:avLst/>
              <a:gdLst/>
              <a:ahLst/>
              <a:cxnLst/>
              <a:rect r="r" b="b" t="t" l="l"/>
              <a:pathLst>
                <a:path h="1295019" w="22704171">
                  <a:moveTo>
                    <a:pt x="0" y="0"/>
                  </a:moveTo>
                  <a:lnTo>
                    <a:pt x="22704171" y="0"/>
                  </a:lnTo>
                  <a:lnTo>
                    <a:pt x="22704171" y="1295019"/>
                  </a:lnTo>
                  <a:lnTo>
                    <a:pt x="0" y="1295019"/>
                  </a:lnTo>
                  <a:close/>
                </a:path>
              </a:pathLst>
            </a:custGeom>
            <a:solidFill>
              <a:srgbClr val="EFF6FF"/>
            </a:solidFill>
            <a:ln w="2032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27383" y="8271767"/>
            <a:ext cx="153419" cy="976379"/>
            <a:chOff x="0" y="0"/>
            <a:chExt cx="204559" cy="13018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4597" cy="1301877"/>
            </a:xfrm>
            <a:custGeom>
              <a:avLst/>
              <a:gdLst/>
              <a:ahLst/>
              <a:cxnLst/>
              <a:rect r="r" b="b" t="t" l="l"/>
              <a:pathLst>
                <a:path h="1301877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50976" y="8394192"/>
            <a:ext cx="2011680" cy="621792"/>
            <a:chOff x="0" y="0"/>
            <a:chExt cx="2682240" cy="8290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2240" cy="829056"/>
            </a:xfrm>
            <a:custGeom>
              <a:avLst/>
              <a:gdLst/>
              <a:ahLst/>
              <a:cxnLst/>
              <a:rect r="r" b="b" t="t" l="l"/>
              <a:pathLst>
                <a:path h="82905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68224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145536" y="8394192"/>
            <a:ext cx="14264640" cy="621792"/>
            <a:chOff x="0" y="0"/>
            <a:chExt cx="19019520" cy="8290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019520" cy="829056"/>
            </a:xfrm>
            <a:custGeom>
              <a:avLst/>
              <a:gdLst/>
              <a:ahLst/>
              <a:cxnLst/>
              <a:rect r="r" b="b" t="t" l="l"/>
              <a:pathLst>
                <a:path h="82905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009" r="0" b="-39700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90195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B556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CSV report — open in Excel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-6353" y="9503407"/>
            <a:ext cx="18300697" cy="780793"/>
            <a:chOff x="0" y="0"/>
            <a:chExt cx="24400929" cy="104105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400890" cy="1041019"/>
            </a:xfrm>
            <a:custGeom>
              <a:avLst/>
              <a:gdLst/>
              <a:ahLst/>
              <a:cxnLst/>
              <a:rect r="r" b="b" t="t" l="l"/>
              <a:pathLst>
                <a:path h="1041019" w="24400890">
                  <a:moveTo>
                    <a:pt x="0" y="0"/>
                  </a:moveTo>
                  <a:lnTo>
                    <a:pt x="24400890" y="0"/>
                  </a:lnTo>
                  <a:lnTo>
                    <a:pt x="24400890" y="1041019"/>
                  </a:lnTo>
                  <a:lnTo>
                    <a:pt x="0" y="1041019"/>
                  </a:lnTo>
                  <a:close/>
                </a:path>
              </a:pathLst>
            </a:custGeom>
            <a:solidFill>
              <a:srgbClr val="EFF6FF"/>
            </a:solidFill>
            <a:ln w="12700" cap="sq">
              <a:solidFill>
                <a:srgbClr val="DBEAFE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DAHN1TlQYGY</dc:identifier>
  <dcterms:modified xsi:type="dcterms:W3CDTF">2011-08-01T06:04:30Z</dcterms:modified>
  <cp:revision>1</cp:revision>
  <dc:title>USB_Monitor_Presentation.pptx</dc:title>
</cp:coreProperties>
</file>